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1" r:id="rId4"/>
    <p:sldId id="258" r:id="rId5"/>
    <p:sldId id="260" r:id="rId6"/>
    <p:sldId id="262" r:id="rId7"/>
    <p:sldId id="259" r:id="rId8"/>
    <p:sldId id="263" r:id="rId9"/>
    <p:sldId id="264" r:id="rId10"/>
    <p:sldId id="267" r:id="rId11"/>
    <p:sldId id="270" r:id="rId12"/>
    <p:sldId id="271" r:id="rId13"/>
    <p:sldId id="272" r:id="rId14"/>
    <p:sldId id="273" r:id="rId15"/>
    <p:sldId id="269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2F9B8A-3289-46BF-8FD5-C35554A624C9}" type="doc">
      <dgm:prSet loTypeId="urn:microsoft.com/office/officeart/2005/8/layout/list1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60521DCE-41B6-4241-A40C-91D0A20F40E2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Compare Performance:</a:t>
          </a:r>
          <a:r>
            <a:rPr lang="en-US" sz="1800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Evaluate the capabilities of different satellite sensors.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DB3C38-428C-47BB-BF97-592DE1610C04}" type="parTrans" cxnId="{A9371220-24E8-41BC-A211-1AAC2DBA96F8}">
      <dgm:prSet/>
      <dgm:spPr/>
      <dgm:t>
        <a:bodyPr/>
        <a:lstStyle/>
        <a:p>
          <a:endParaRPr lang="en-IN"/>
        </a:p>
      </dgm:t>
    </dgm:pt>
    <dgm:pt modelId="{F602110A-5088-49B1-B9FD-D366A6500670}" type="sibTrans" cxnId="{A9371220-24E8-41BC-A211-1AAC2DBA96F8}">
      <dgm:prSet/>
      <dgm:spPr/>
      <dgm:t>
        <a:bodyPr/>
        <a:lstStyle/>
        <a:p>
          <a:endParaRPr lang="en-IN"/>
        </a:p>
      </dgm:t>
    </dgm:pt>
    <dgm:pt modelId="{98E075FD-5230-4C41-9759-8674C395409B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Evaluate Modalities:</a:t>
          </a:r>
          <a:r>
            <a:rPr lang="en-US" sz="1800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Compare single-date versus temporal (time-series) data.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5EA7B5-17F7-4A68-B7E2-038D387BB545}" type="parTrans" cxnId="{BC724629-3D0A-448A-BE86-5CA847B1FA43}">
      <dgm:prSet/>
      <dgm:spPr/>
      <dgm:t>
        <a:bodyPr/>
        <a:lstStyle/>
        <a:p>
          <a:endParaRPr lang="en-IN"/>
        </a:p>
      </dgm:t>
    </dgm:pt>
    <dgm:pt modelId="{9B2D5190-9533-4CEC-90AC-801660C316E7}" type="sibTrans" cxnId="{BC724629-3D0A-448A-BE86-5CA847B1FA43}">
      <dgm:prSet/>
      <dgm:spPr/>
      <dgm:t>
        <a:bodyPr/>
        <a:lstStyle/>
        <a:p>
          <a:endParaRPr lang="en-IN"/>
        </a:p>
      </dgm:t>
    </dgm:pt>
    <dgm:pt modelId="{E63CCFF5-8BCE-4B51-9574-623F77415842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Compare ML Algorithms:</a:t>
          </a:r>
          <a:r>
            <a:rPr lang="en-US" sz="1800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Assess Random Forest, CART, GTB, and SVM.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F1F49D-AC2A-406D-B345-0487E9DCF9E4}" type="parTrans" cxnId="{95EBEC7C-13E1-464C-AE6C-31CF5E98A5EF}">
      <dgm:prSet/>
      <dgm:spPr/>
      <dgm:t>
        <a:bodyPr/>
        <a:lstStyle/>
        <a:p>
          <a:endParaRPr lang="en-IN"/>
        </a:p>
      </dgm:t>
    </dgm:pt>
    <dgm:pt modelId="{AB581F49-CEF4-431C-B784-80142C2D5204}" type="sibTrans" cxnId="{95EBEC7C-13E1-464C-AE6C-31CF5E98A5EF}">
      <dgm:prSet/>
      <dgm:spPr/>
      <dgm:t>
        <a:bodyPr/>
        <a:lstStyle/>
        <a:p>
          <a:endParaRPr lang="en-IN"/>
        </a:p>
      </dgm:t>
    </dgm:pt>
    <dgm:pt modelId="{616AF786-93E0-41C8-B726-90E28EB6130D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Identify Best Model:</a:t>
          </a:r>
          <a:r>
            <a:rPr lang="en-US" sz="1800" b="0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Find the most robust model for crop classification.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01E13B-155C-4ACB-8677-9BEBE1F45798}" type="parTrans" cxnId="{0C3146BF-2366-4576-A9D0-349CFBA3A120}">
      <dgm:prSet/>
      <dgm:spPr/>
      <dgm:t>
        <a:bodyPr/>
        <a:lstStyle/>
        <a:p>
          <a:endParaRPr lang="en-IN"/>
        </a:p>
      </dgm:t>
    </dgm:pt>
    <dgm:pt modelId="{49928B8A-5A6B-4BFF-AFDC-0C4910763A3F}" type="sibTrans" cxnId="{0C3146BF-2366-4576-A9D0-349CFBA3A120}">
      <dgm:prSet/>
      <dgm:spPr/>
      <dgm:t>
        <a:bodyPr/>
        <a:lstStyle/>
        <a:p>
          <a:endParaRPr lang="en-IN"/>
        </a:p>
      </dgm:t>
    </dgm:pt>
    <dgm:pt modelId="{57AEE6D6-BF9A-457C-9F27-2759CCBD7C0C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Generate Accurate Maps:</a:t>
          </a:r>
          <a:r>
            <a:rPr lang="en-US" sz="1800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Produce reliable spatial crop distribution maps.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570A0A-CDF1-46D8-8D93-927CDF48C225}" type="parTrans" cxnId="{98EB6F61-D669-4001-9F75-76D748112428}">
      <dgm:prSet/>
      <dgm:spPr/>
      <dgm:t>
        <a:bodyPr/>
        <a:lstStyle/>
        <a:p>
          <a:endParaRPr lang="en-IN"/>
        </a:p>
      </dgm:t>
    </dgm:pt>
    <dgm:pt modelId="{099C6B25-5593-45B0-A3F7-1D76D09613D0}" type="sibTrans" cxnId="{98EB6F61-D669-4001-9F75-76D748112428}">
      <dgm:prSet/>
      <dgm:spPr/>
      <dgm:t>
        <a:bodyPr/>
        <a:lstStyle/>
        <a:p>
          <a:endParaRPr lang="en-IN"/>
        </a:p>
      </dgm:t>
    </dgm:pt>
    <dgm:pt modelId="{3B535C82-5FE0-49C3-BAB7-98426874BF0D}" type="pres">
      <dgm:prSet presAssocID="{DC2F9B8A-3289-46BF-8FD5-C35554A624C9}" presName="linear" presStyleCnt="0">
        <dgm:presLayoutVars>
          <dgm:dir/>
          <dgm:animLvl val="lvl"/>
          <dgm:resizeHandles val="exact"/>
        </dgm:presLayoutVars>
      </dgm:prSet>
      <dgm:spPr/>
    </dgm:pt>
    <dgm:pt modelId="{A3FA2417-36D3-4B6D-AFD9-846AE7F1A7E6}" type="pres">
      <dgm:prSet presAssocID="{60521DCE-41B6-4241-A40C-91D0A20F40E2}" presName="parentLin" presStyleCnt="0"/>
      <dgm:spPr/>
    </dgm:pt>
    <dgm:pt modelId="{44B34C4A-83D5-4D7E-A6C5-974233A80011}" type="pres">
      <dgm:prSet presAssocID="{60521DCE-41B6-4241-A40C-91D0A20F40E2}" presName="parentLeftMargin" presStyleLbl="node1" presStyleIdx="0" presStyleCnt="5"/>
      <dgm:spPr/>
    </dgm:pt>
    <dgm:pt modelId="{E05F3542-3617-459D-BF9E-C2B9D4D621A2}" type="pres">
      <dgm:prSet presAssocID="{60521DCE-41B6-4241-A40C-91D0A20F40E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2D9FE39-5CB5-40A4-96BC-722E525D066D}" type="pres">
      <dgm:prSet presAssocID="{60521DCE-41B6-4241-A40C-91D0A20F40E2}" presName="negativeSpace" presStyleCnt="0"/>
      <dgm:spPr/>
    </dgm:pt>
    <dgm:pt modelId="{8452F533-C142-464F-8617-76298B75D876}" type="pres">
      <dgm:prSet presAssocID="{60521DCE-41B6-4241-A40C-91D0A20F40E2}" presName="childText" presStyleLbl="conFgAcc1" presStyleIdx="0" presStyleCnt="5">
        <dgm:presLayoutVars>
          <dgm:bulletEnabled val="1"/>
        </dgm:presLayoutVars>
      </dgm:prSet>
      <dgm:spPr/>
    </dgm:pt>
    <dgm:pt modelId="{21F0C402-9F52-4BA6-B80D-73308D4425BC}" type="pres">
      <dgm:prSet presAssocID="{F602110A-5088-49B1-B9FD-D366A6500670}" presName="spaceBetweenRectangles" presStyleCnt="0"/>
      <dgm:spPr/>
    </dgm:pt>
    <dgm:pt modelId="{4AB69103-4E56-4DD8-A290-295CC53576ED}" type="pres">
      <dgm:prSet presAssocID="{98E075FD-5230-4C41-9759-8674C395409B}" presName="parentLin" presStyleCnt="0"/>
      <dgm:spPr/>
    </dgm:pt>
    <dgm:pt modelId="{CDEFBB6E-50FA-45EB-952D-E8F8F533BEB9}" type="pres">
      <dgm:prSet presAssocID="{98E075FD-5230-4C41-9759-8674C395409B}" presName="parentLeftMargin" presStyleLbl="node1" presStyleIdx="0" presStyleCnt="5"/>
      <dgm:spPr/>
    </dgm:pt>
    <dgm:pt modelId="{693986E9-5EAB-4049-A945-9788ECF0A8B2}" type="pres">
      <dgm:prSet presAssocID="{98E075FD-5230-4C41-9759-8674C395409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B311C2A-6456-48E0-A191-E5DD609D3A0D}" type="pres">
      <dgm:prSet presAssocID="{98E075FD-5230-4C41-9759-8674C395409B}" presName="negativeSpace" presStyleCnt="0"/>
      <dgm:spPr/>
    </dgm:pt>
    <dgm:pt modelId="{91355EA5-8C0E-4668-9617-9424C87EFA25}" type="pres">
      <dgm:prSet presAssocID="{98E075FD-5230-4C41-9759-8674C395409B}" presName="childText" presStyleLbl="conFgAcc1" presStyleIdx="1" presStyleCnt="5">
        <dgm:presLayoutVars>
          <dgm:bulletEnabled val="1"/>
        </dgm:presLayoutVars>
      </dgm:prSet>
      <dgm:spPr/>
    </dgm:pt>
    <dgm:pt modelId="{8A6B1357-7923-422D-ABF4-20A91F078FE4}" type="pres">
      <dgm:prSet presAssocID="{9B2D5190-9533-4CEC-90AC-801660C316E7}" presName="spaceBetweenRectangles" presStyleCnt="0"/>
      <dgm:spPr/>
    </dgm:pt>
    <dgm:pt modelId="{869AAE38-1472-4969-83D6-96E94001EA97}" type="pres">
      <dgm:prSet presAssocID="{E63CCFF5-8BCE-4B51-9574-623F77415842}" presName="parentLin" presStyleCnt="0"/>
      <dgm:spPr/>
    </dgm:pt>
    <dgm:pt modelId="{CB3241A0-2BBE-4183-A3DF-D0A4E64557F9}" type="pres">
      <dgm:prSet presAssocID="{E63CCFF5-8BCE-4B51-9574-623F77415842}" presName="parentLeftMargin" presStyleLbl="node1" presStyleIdx="1" presStyleCnt="5"/>
      <dgm:spPr/>
    </dgm:pt>
    <dgm:pt modelId="{4449542A-E5C7-44A6-A786-84CA9E87E37C}" type="pres">
      <dgm:prSet presAssocID="{E63CCFF5-8BCE-4B51-9574-623F7741584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59B27BE-D839-4D5A-A29B-0ED9A2929EE9}" type="pres">
      <dgm:prSet presAssocID="{E63CCFF5-8BCE-4B51-9574-623F77415842}" presName="negativeSpace" presStyleCnt="0"/>
      <dgm:spPr/>
    </dgm:pt>
    <dgm:pt modelId="{68CFEDA9-68E8-4D8C-ADB8-8DF7A0611CA2}" type="pres">
      <dgm:prSet presAssocID="{E63CCFF5-8BCE-4B51-9574-623F77415842}" presName="childText" presStyleLbl="conFgAcc1" presStyleIdx="2" presStyleCnt="5">
        <dgm:presLayoutVars>
          <dgm:bulletEnabled val="1"/>
        </dgm:presLayoutVars>
      </dgm:prSet>
      <dgm:spPr/>
    </dgm:pt>
    <dgm:pt modelId="{9DEFCFCD-F1D1-4571-8669-9A1116E9B445}" type="pres">
      <dgm:prSet presAssocID="{AB581F49-CEF4-431C-B784-80142C2D5204}" presName="spaceBetweenRectangles" presStyleCnt="0"/>
      <dgm:spPr/>
    </dgm:pt>
    <dgm:pt modelId="{C4483185-3E6D-4D52-BDEE-9E23FE6C35FD}" type="pres">
      <dgm:prSet presAssocID="{616AF786-93E0-41C8-B726-90E28EB6130D}" presName="parentLin" presStyleCnt="0"/>
      <dgm:spPr/>
    </dgm:pt>
    <dgm:pt modelId="{26703270-99D9-405E-A3B6-C34085E3A8E4}" type="pres">
      <dgm:prSet presAssocID="{616AF786-93E0-41C8-B726-90E28EB6130D}" presName="parentLeftMargin" presStyleLbl="node1" presStyleIdx="2" presStyleCnt="5"/>
      <dgm:spPr/>
    </dgm:pt>
    <dgm:pt modelId="{E8D5F13B-8014-47DC-B5A9-497C97F0F169}" type="pres">
      <dgm:prSet presAssocID="{616AF786-93E0-41C8-B726-90E28EB6130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9769381-EADB-4205-8314-498244BA4842}" type="pres">
      <dgm:prSet presAssocID="{616AF786-93E0-41C8-B726-90E28EB6130D}" presName="negativeSpace" presStyleCnt="0"/>
      <dgm:spPr/>
    </dgm:pt>
    <dgm:pt modelId="{1E324FC1-ED99-433E-9838-559D8B6258F9}" type="pres">
      <dgm:prSet presAssocID="{616AF786-93E0-41C8-B726-90E28EB6130D}" presName="childText" presStyleLbl="conFgAcc1" presStyleIdx="3" presStyleCnt="5">
        <dgm:presLayoutVars>
          <dgm:bulletEnabled val="1"/>
        </dgm:presLayoutVars>
      </dgm:prSet>
      <dgm:spPr/>
    </dgm:pt>
    <dgm:pt modelId="{A35BCAD8-975E-46C7-9691-A65CB9E8C522}" type="pres">
      <dgm:prSet presAssocID="{49928B8A-5A6B-4BFF-AFDC-0C4910763A3F}" presName="spaceBetweenRectangles" presStyleCnt="0"/>
      <dgm:spPr/>
    </dgm:pt>
    <dgm:pt modelId="{4DD91E78-0880-43E8-A97E-60F208A69E9F}" type="pres">
      <dgm:prSet presAssocID="{57AEE6D6-BF9A-457C-9F27-2759CCBD7C0C}" presName="parentLin" presStyleCnt="0"/>
      <dgm:spPr/>
    </dgm:pt>
    <dgm:pt modelId="{FBBE985F-3B81-48AC-BC30-D547D7F6BC87}" type="pres">
      <dgm:prSet presAssocID="{57AEE6D6-BF9A-457C-9F27-2759CCBD7C0C}" presName="parentLeftMargin" presStyleLbl="node1" presStyleIdx="3" presStyleCnt="5"/>
      <dgm:spPr/>
    </dgm:pt>
    <dgm:pt modelId="{DC4DF946-115D-48DA-87F0-B8D3347A7659}" type="pres">
      <dgm:prSet presAssocID="{57AEE6D6-BF9A-457C-9F27-2759CCBD7C0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C5B2670-F46B-45FA-A0D6-B62B8525E694}" type="pres">
      <dgm:prSet presAssocID="{57AEE6D6-BF9A-457C-9F27-2759CCBD7C0C}" presName="negativeSpace" presStyleCnt="0"/>
      <dgm:spPr/>
    </dgm:pt>
    <dgm:pt modelId="{138805A1-0574-45E0-9C67-C0FA204B3D54}" type="pres">
      <dgm:prSet presAssocID="{57AEE6D6-BF9A-457C-9F27-2759CCBD7C0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731AF08-E3E3-45C6-9A43-C81B189E9BB5}" type="presOf" srcId="{616AF786-93E0-41C8-B726-90E28EB6130D}" destId="{26703270-99D9-405E-A3B6-C34085E3A8E4}" srcOrd="0" destOrd="0" presId="urn:microsoft.com/office/officeart/2005/8/layout/list1"/>
    <dgm:cxn modelId="{E9A68B0B-E9EF-46E1-B1FF-CC8ADA106690}" type="presOf" srcId="{60521DCE-41B6-4241-A40C-91D0A20F40E2}" destId="{E05F3542-3617-459D-BF9E-C2B9D4D621A2}" srcOrd="1" destOrd="0" presId="urn:microsoft.com/office/officeart/2005/8/layout/list1"/>
    <dgm:cxn modelId="{8A26BD15-3C8E-4EB8-AB5C-37A058BA2DCE}" type="presOf" srcId="{E63CCFF5-8BCE-4B51-9574-623F77415842}" destId="{CB3241A0-2BBE-4183-A3DF-D0A4E64557F9}" srcOrd="0" destOrd="0" presId="urn:microsoft.com/office/officeart/2005/8/layout/list1"/>
    <dgm:cxn modelId="{225A141B-B049-4DE7-BFA7-6CA22BB8489F}" type="presOf" srcId="{57AEE6D6-BF9A-457C-9F27-2759CCBD7C0C}" destId="{DC4DF946-115D-48DA-87F0-B8D3347A7659}" srcOrd="1" destOrd="0" presId="urn:microsoft.com/office/officeart/2005/8/layout/list1"/>
    <dgm:cxn modelId="{A9371220-24E8-41BC-A211-1AAC2DBA96F8}" srcId="{DC2F9B8A-3289-46BF-8FD5-C35554A624C9}" destId="{60521DCE-41B6-4241-A40C-91D0A20F40E2}" srcOrd="0" destOrd="0" parTransId="{F3DB3C38-428C-47BB-BF97-592DE1610C04}" sibTransId="{F602110A-5088-49B1-B9FD-D366A6500670}"/>
    <dgm:cxn modelId="{BC724629-3D0A-448A-BE86-5CA847B1FA43}" srcId="{DC2F9B8A-3289-46BF-8FD5-C35554A624C9}" destId="{98E075FD-5230-4C41-9759-8674C395409B}" srcOrd="1" destOrd="0" parTransId="{3A5EA7B5-17F7-4A68-B7E2-038D387BB545}" sibTransId="{9B2D5190-9533-4CEC-90AC-801660C316E7}"/>
    <dgm:cxn modelId="{3DEB5C2D-94B4-4904-A630-D806DB48E4CB}" type="presOf" srcId="{57AEE6D6-BF9A-457C-9F27-2759CCBD7C0C}" destId="{FBBE985F-3B81-48AC-BC30-D547D7F6BC87}" srcOrd="0" destOrd="0" presId="urn:microsoft.com/office/officeart/2005/8/layout/list1"/>
    <dgm:cxn modelId="{98EB6F61-D669-4001-9F75-76D748112428}" srcId="{DC2F9B8A-3289-46BF-8FD5-C35554A624C9}" destId="{57AEE6D6-BF9A-457C-9F27-2759CCBD7C0C}" srcOrd="4" destOrd="0" parTransId="{2F570A0A-CDF1-46D8-8D93-927CDF48C225}" sibTransId="{099C6B25-5593-45B0-A3F7-1D76D09613D0}"/>
    <dgm:cxn modelId="{7154444B-28E0-4922-812E-D76DF7701CD7}" type="presOf" srcId="{98E075FD-5230-4C41-9759-8674C395409B}" destId="{CDEFBB6E-50FA-45EB-952D-E8F8F533BEB9}" srcOrd="0" destOrd="0" presId="urn:microsoft.com/office/officeart/2005/8/layout/list1"/>
    <dgm:cxn modelId="{E0AB936F-F452-46F5-A574-BB96FA59D285}" type="presOf" srcId="{E63CCFF5-8BCE-4B51-9574-623F77415842}" destId="{4449542A-E5C7-44A6-A786-84CA9E87E37C}" srcOrd="1" destOrd="0" presId="urn:microsoft.com/office/officeart/2005/8/layout/list1"/>
    <dgm:cxn modelId="{7AAF6B70-BE2D-4CA4-9561-654602B08A12}" type="presOf" srcId="{60521DCE-41B6-4241-A40C-91D0A20F40E2}" destId="{44B34C4A-83D5-4D7E-A6C5-974233A80011}" srcOrd="0" destOrd="0" presId="urn:microsoft.com/office/officeart/2005/8/layout/list1"/>
    <dgm:cxn modelId="{95EBEC7C-13E1-464C-AE6C-31CF5E98A5EF}" srcId="{DC2F9B8A-3289-46BF-8FD5-C35554A624C9}" destId="{E63CCFF5-8BCE-4B51-9574-623F77415842}" srcOrd="2" destOrd="0" parTransId="{47F1F49D-AC2A-406D-B345-0487E9DCF9E4}" sibTransId="{AB581F49-CEF4-431C-B784-80142C2D5204}"/>
    <dgm:cxn modelId="{0C3146BF-2366-4576-A9D0-349CFBA3A120}" srcId="{DC2F9B8A-3289-46BF-8FD5-C35554A624C9}" destId="{616AF786-93E0-41C8-B726-90E28EB6130D}" srcOrd="3" destOrd="0" parTransId="{6401E13B-155C-4ACB-8677-9BEBE1F45798}" sibTransId="{49928B8A-5A6B-4BFF-AFDC-0C4910763A3F}"/>
    <dgm:cxn modelId="{BCDCB1D8-FA31-4F78-80CC-10D8DAE43C4C}" type="presOf" srcId="{98E075FD-5230-4C41-9759-8674C395409B}" destId="{693986E9-5EAB-4049-A945-9788ECF0A8B2}" srcOrd="1" destOrd="0" presId="urn:microsoft.com/office/officeart/2005/8/layout/list1"/>
    <dgm:cxn modelId="{30B2E7E6-1F91-4BDE-8008-7D274813D7DC}" type="presOf" srcId="{616AF786-93E0-41C8-B726-90E28EB6130D}" destId="{E8D5F13B-8014-47DC-B5A9-497C97F0F169}" srcOrd="1" destOrd="0" presId="urn:microsoft.com/office/officeart/2005/8/layout/list1"/>
    <dgm:cxn modelId="{978B90F6-F22F-4B36-9726-5EC8635CCA45}" type="presOf" srcId="{DC2F9B8A-3289-46BF-8FD5-C35554A624C9}" destId="{3B535C82-5FE0-49C3-BAB7-98426874BF0D}" srcOrd="0" destOrd="0" presId="urn:microsoft.com/office/officeart/2005/8/layout/list1"/>
    <dgm:cxn modelId="{173707F1-EB4D-4463-A435-BE50B861737B}" type="presParOf" srcId="{3B535C82-5FE0-49C3-BAB7-98426874BF0D}" destId="{A3FA2417-36D3-4B6D-AFD9-846AE7F1A7E6}" srcOrd="0" destOrd="0" presId="urn:microsoft.com/office/officeart/2005/8/layout/list1"/>
    <dgm:cxn modelId="{7BB9B203-855D-4E4C-A7F9-EDF5196ED37F}" type="presParOf" srcId="{A3FA2417-36D3-4B6D-AFD9-846AE7F1A7E6}" destId="{44B34C4A-83D5-4D7E-A6C5-974233A80011}" srcOrd="0" destOrd="0" presId="urn:microsoft.com/office/officeart/2005/8/layout/list1"/>
    <dgm:cxn modelId="{7C04F2FE-9C2D-491D-BCEA-D811DDEB78AD}" type="presParOf" srcId="{A3FA2417-36D3-4B6D-AFD9-846AE7F1A7E6}" destId="{E05F3542-3617-459D-BF9E-C2B9D4D621A2}" srcOrd="1" destOrd="0" presId="urn:microsoft.com/office/officeart/2005/8/layout/list1"/>
    <dgm:cxn modelId="{DB4C483C-8D1E-4966-AC17-72AEC291EE91}" type="presParOf" srcId="{3B535C82-5FE0-49C3-BAB7-98426874BF0D}" destId="{12D9FE39-5CB5-40A4-96BC-722E525D066D}" srcOrd="1" destOrd="0" presId="urn:microsoft.com/office/officeart/2005/8/layout/list1"/>
    <dgm:cxn modelId="{57A463A5-AD64-44FB-B5CC-7D14FE869434}" type="presParOf" srcId="{3B535C82-5FE0-49C3-BAB7-98426874BF0D}" destId="{8452F533-C142-464F-8617-76298B75D876}" srcOrd="2" destOrd="0" presId="urn:microsoft.com/office/officeart/2005/8/layout/list1"/>
    <dgm:cxn modelId="{884B93C9-B0D0-4C3C-9550-7E83AC5D2396}" type="presParOf" srcId="{3B535C82-5FE0-49C3-BAB7-98426874BF0D}" destId="{21F0C402-9F52-4BA6-B80D-73308D4425BC}" srcOrd="3" destOrd="0" presId="urn:microsoft.com/office/officeart/2005/8/layout/list1"/>
    <dgm:cxn modelId="{53E3FD75-443F-4309-8585-3163886E1C56}" type="presParOf" srcId="{3B535C82-5FE0-49C3-BAB7-98426874BF0D}" destId="{4AB69103-4E56-4DD8-A290-295CC53576ED}" srcOrd="4" destOrd="0" presId="urn:microsoft.com/office/officeart/2005/8/layout/list1"/>
    <dgm:cxn modelId="{DE9C52F1-26A8-4578-B730-AAAB59DBFD6D}" type="presParOf" srcId="{4AB69103-4E56-4DD8-A290-295CC53576ED}" destId="{CDEFBB6E-50FA-45EB-952D-E8F8F533BEB9}" srcOrd="0" destOrd="0" presId="urn:microsoft.com/office/officeart/2005/8/layout/list1"/>
    <dgm:cxn modelId="{C6C4FDB6-D435-405C-AF46-A5B4B7C1A90A}" type="presParOf" srcId="{4AB69103-4E56-4DD8-A290-295CC53576ED}" destId="{693986E9-5EAB-4049-A945-9788ECF0A8B2}" srcOrd="1" destOrd="0" presId="urn:microsoft.com/office/officeart/2005/8/layout/list1"/>
    <dgm:cxn modelId="{B8C46E66-767F-4655-971A-9921006E0C7C}" type="presParOf" srcId="{3B535C82-5FE0-49C3-BAB7-98426874BF0D}" destId="{0B311C2A-6456-48E0-A191-E5DD609D3A0D}" srcOrd="5" destOrd="0" presId="urn:microsoft.com/office/officeart/2005/8/layout/list1"/>
    <dgm:cxn modelId="{DF34FC3F-4770-41CB-BE6C-2E0AD7BC8C41}" type="presParOf" srcId="{3B535C82-5FE0-49C3-BAB7-98426874BF0D}" destId="{91355EA5-8C0E-4668-9617-9424C87EFA25}" srcOrd="6" destOrd="0" presId="urn:microsoft.com/office/officeart/2005/8/layout/list1"/>
    <dgm:cxn modelId="{10527373-C4F3-49DA-BE73-CC3099721824}" type="presParOf" srcId="{3B535C82-5FE0-49C3-BAB7-98426874BF0D}" destId="{8A6B1357-7923-422D-ABF4-20A91F078FE4}" srcOrd="7" destOrd="0" presId="urn:microsoft.com/office/officeart/2005/8/layout/list1"/>
    <dgm:cxn modelId="{2BEE79E5-08C7-4D9B-803F-84D22259EE44}" type="presParOf" srcId="{3B535C82-5FE0-49C3-BAB7-98426874BF0D}" destId="{869AAE38-1472-4969-83D6-96E94001EA97}" srcOrd="8" destOrd="0" presId="urn:microsoft.com/office/officeart/2005/8/layout/list1"/>
    <dgm:cxn modelId="{319657F4-4D28-4D4F-AD2F-7E0F67FA75B7}" type="presParOf" srcId="{869AAE38-1472-4969-83D6-96E94001EA97}" destId="{CB3241A0-2BBE-4183-A3DF-D0A4E64557F9}" srcOrd="0" destOrd="0" presId="urn:microsoft.com/office/officeart/2005/8/layout/list1"/>
    <dgm:cxn modelId="{8584301F-5751-4766-A548-367A109CDABC}" type="presParOf" srcId="{869AAE38-1472-4969-83D6-96E94001EA97}" destId="{4449542A-E5C7-44A6-A786-84CA9E87E37C}" srcOrd="1" destOrd="0" presId="urn:microsoft.com/office/officeart/2005/8/layout/list1"/>
    <dgm:cxn modelId="{09CF2ABB-EBA7-4C66-A676-FE6A56D28C13}" type="presParOf" srcId="{3B535C82-5FE0-49C3-BAB7-98426874BF0D}" destId="{159B27BE-D839-4D5A-A29B-0ED9A2929EE9}" srcOrd="9" destOrd="0" presId="urn:microsoft.com/office/officeart/2005/8/layout/list1"/>
    <dgm:cxn modelId="{F027AE6D-5C0B-43D8-863D-9D6A25D3475A}" type="presParOf" srcId="{3B535C82-5FE0-49C3-BAB7-98426874BF0D}" destId="{68CFEDA9-68E8-4D8C-ADB8-8DF7A0611CA2}" srcOrd="10" destOrd="0" presId="urn:microsoft.com/office/officeart/2005/8/layout/list1"/>
    <dgm:cxn modelId="{C2C2B4CF-45A4-431F-A7CA-46CF93F72827}" type="presParOf" srcId="{3B535C82-5FE0-49C3-BAB7-98426874BF0D}" destId="{9DEFCFCD-F1D1-4571-8669-9A1116E9B445}" srcOrd="11" destOrd="0" presId="urn:microsoft.com/office/officeart/2005/8/layout/list1"/>
    <dgm:cxn modelId="{941B5FE7-6E7D-47C7-8F01-0180BE5F779A}" type="presParOf" srcId="{3B535C82-5FE0-49C3-BAB7-98426874BF0D}" destId="{C4483185-3E6D-4D52-BDEE-9E23FE6C35FD}" srcOrd="12" destOrd="0" presId="urn:microsoft.com/office/officeart/2005/8/layout/list1"/>
    <dgm:cxn modelId="{C0BCABCF-A5A9-4703-B189-1B6D3D86D5F3}" type="presParOf" srcId="{C4483185-3E6D-4D52-BDEE-9E23FE6C35FD}" destId="{26703270-99D9-405E-A3B6-C34085E3A8E4}" srcOrd="0" destOrd="0" presId="urn:microsoft.com/office/officeart/2005/8/layout/list1"/>
    <dgm:cxn modelId="{2C8CCA51-C63C-47DD-8696-DFB9C202F9B0}" type="presParOf" srcId="{C4483185-3E6D-4D52-BDEE-9E23FE6C35FD}" destId="{E8D5F13B-8014-47DC-B5A9-497C97F0F169}" srcOrd="1" destOrd="0" presId="urn:microsoft.com/office/officeart/2005/8/layout/list1"/>
    <dgm:cxn modelId="{51D54981-0AFA-45CA-9EC4-15065BBBA346}" type="presParOf" srcId="{3B535C82-5FE0-49C3-BAB7-98426874BF0D}" destId="{A9769381-EADB-4205-8314-498244BA4842}" srcOrd="13" destOrd="0" presId="urn:microsoft.com/office/officeart/2005/8/layout/list1"/>
    <dgm:cxn modelId="{AF35BFFD-1774-4DD7-B47F-05AFD0EA5318}" type="presParOf" srcId="{3B535C82-5FE0-49C3-BAB7-98426874BF0D}" destId="{1E324FC1-ED99-433E-9838-559D8B6258F9}" srcOrd="14" destOrd="0" presId="urn:microsoft.com/office/officeart/2005/8/layout/list1"/>
    <dgm:cxn modelId="{6D44CA74-24EC-49E0-A497-626219D488CB}" type="presParOf" srcId="{3B535C82-5FE0-49C3-BAB7-98426874BF0D}" destId="{A35BCAD8-975E-46C7-9691-A65CB9E8C522}" srcOrd="15" destOrd="0" presId="urn:microsoft.com/office/officeart/2005/8/layout/list1"/>
    <dgm:cxn modelId="{A367138D-8529-4282-B174-330222313FDA}" type="presParOf" srcId="{3B535C82-5FE0-49C3-BAB7-98426874BF0D}" destId="{4DD91E78-0880-43E8-A97E-60F208A69E9F}" srcOrd="16" destOrd="0" presId="urn:microsoft.com/office/officeart/2005/8/layout/list1"/>
    <dgm:cxn modelId="{64F6EE7B-C241-43A2-A55C-45B3F689E2C9}" type="presParOf" srcId="{4DD91E78-0880-43E8-A97E-60F208A69E9F}" destId="{FBBE985F-3B81-48AC-BC30-D547D7F6BC87}" srcOrd="0" destOrd="0" presId="urn:microsoft.com/office/officeart/2005/8/layout/list1"/>
    <dgm:cxn modelId="{890508F4-9B39-4CC7-9E01-CDC814733849}" type="presParOf" srcId="{4DD91E78-0880-43E8-A97E-60F208A69E9F}" destId="{DC4DF946-115D-48DA-87F0-B8D3347A7659}" srcOrd="1" destOrd="0" presId="urn:microsoft.com/office/officeart/2005/8/layout/list1"/>
    <dgm:cxn modelId="{40AEDC77-5FC6-4B0A-8207-6972AE6C117E}" type="presParOf" srcId="{3B535C82-5FE0-49C3-BAB7-98426874BF0D}" destId="{0C5B2670-F46B-45FA-A0D6-B62B8525E694}" srcOrd="17" destOrd="0" presId="urn:microsoft.com/office/officeart/2005/8/layout/list1"/>
    <dgm:cxn modelId="{B53DB134-094A-4E30-89FD-DD6E54E30961}" type="presParOf" srcId="{3B535C82-5FE0-49C3-BAB7-98426874BF0D}" destId="{138805A1-0574-45E0-9C67-C0FA204B3D5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EF6877-5D44-43BF-B6EF-3960714F2967}" type="doc">
      <dgm:prSet loTypeId="urn:microsoft.com/office/officeart/2008/layout/IncreasingCircleProcess" loCatId="list" qsTypeId="urn:microsoft.com/office/officeart/2005/8/quickstyle/simple5" qsCatId="simple" csTypeId="urn:microsoft.com/office/officeart/2005/8/colors/accent6_5" csCatId="accent6" phldr="1"/>
      <dgm:spPr/>
      <dgm:t>
        <a:bodyPr/>
        <a:lstStyle/>
        <a:p>
          <a:endParaRPr lang="en-IN"/>
        </a:p>
      </dgm:t>
    </dgm:pt>
    <dgm:pt modelId="{45917B0A-796C-4FEB-BF3F-664AD902579F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🌾 Crops Evaluated: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F81D1E-1148-4B88-BC52-CE87630F8A98}" type="parTrans" cxnId="{D7EFD5D6-89A6-4BF9-AB57-1766F6D89DEC}">
      <dgm:prSet/>
      <dgm:spPr/>
      <dgm:t>
        <a:bodyPr/>
        <a:lstStyle/>
        <a:p>
          <a:endParaRPr lang="en-IN"/>
        </a:p>
      </dgm:t>
    </dgm:pt>
    <dgm:pt modelId="{551EEB29-AF5D-48CE-BA38-11ED9DA30F7B}" type="sibTrans" cxnId="{D7EFD5D6-89A6-4BF9-AB57-1766F6D89DEC}">
      <dgm:prSet/>
      <dgm:spPr/>
      <dgm:t>
        <a:bodyPr/>
        <a:lstStyle/>
        <a:p>
          <a:endParaRPr lang="en-IN"/>
        </a:p>
      </dgm:t>
    </dgm:pt>
    <dgm:pt modelId="{EED04BF3-97B1-4E30-8200-E8F7214ED06C}">
      <dgm:prSet phldrT="[Text]" custT="1"/>
      <dgm:spPr/>
      <dgm:t>
        <a:bodyPr/>
        <a:lstStyle/>
        <a:p>
          <a:pPr>
            <a:buNone/>
          </a:pPr>
          <a:r>
            <a:rPr lang="en-US" sz="1800" b="0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Wheat, Mustard, Gram, Field Pea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C9A029-4710-4F1D-B971-4DAFD6031C6F}" type="parTrans" cxnId="{1D5C8409-5735-4E68-A7BF-83ECD89753D4}">
      <dgm:prSet/>
      <dgm:spPr/>
      <dgm:t>
        <a:bodyPr/>
        <a:lstStyle/>
        <a:p>
          <a:endParaRPr lang="en-IN"/>
        </a:p>
      </dgm:t>
    </dgm:pt>
    <dgm:pt modelId="{854AD750-2E10-4C3B-9E75-684B98931731}" type="sibTrans" cxnId="{1D5C8409-5735-4E68-A7BF-83ECD89753D4}">
      <dgm:prSet/>
      <dgm:spPr/>
      <dgm:t>
        <a:bodyPr/>
        <a:lstStyle/>
        <a:p>
          <a:endParaRPr lang="en-IN"/>
        </a:p>
      </dgm:t>
    </dgm:pt>
    <dgm:pt modelId="{C1F5D0B0-CCD2-4E78-AB74-6B9F56933A81}">
      <dgm:prSet phldrT="[Text]" custT="1"/>
      <dgm:spPr/>
      <dgm:t>
        <a:bodyPr/>
        <a:lstStyle/>
        <a:p>
          <a:pPr>
            <a:buNone/>
          </a:pPr>
          <a:r>
            <a:rPr lang="en-US" sz="1800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🌳 Other Classes: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F1F412-8ACD-4062-A848-1A58E40B50BA}" type="parTrans" cxnId="{2857CB49-70FC-4B7E-AD1D-CB3137E7E164}">
      <dgm:prSet/>
      <dgm:spPr/>
      <dgm:t>
        <a:bodyPr/>
        <a:lstStyle/>
        <a:p>
          <a:endParaRPr lang="en-IN"/>
        </a:p>
      </dgm:t>
    </dgm:pt>
    <dgm:pt modelId="{E38DBF4F-AEDB-42F4-B19B-398FF3E51816}" type="sibTrans" cxnId="{2857CB49-70FC-4B7E-AD1D-CB3137E7E164}">
      <dgm:prSet/>
      <dgm:spPr/>
      <dgm:t>
        <a:bodyPr/>
        <a:lstStyle/>
        <a:p>
          <a:endParaRPr lang="en-IN"/>
        </a:p>
      </dgm:t>
    </dgm:pt>
    <dgm:pt modelId="{C4457C83-23D4-4ACD-A902-1A9B68AED911}">
      <dgm:prSet phldrT="[Text]" custT="1"/>
      <dgm:spPr/>
      <dgm:t>
        <a:bodyPr/>
        <a:lstStyle/>
        <a:p>
          <a:pPr>
            <a:buNone/>
          </a:pPr>
          <a:r>
            <a:rPr lang="en-US" sz="1800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Forest, Water, Settlement, Barren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514B56-A124-42B2-BD26-73AC08D96EBB}" type="parTrans" cxnId="{AF83CBF0-45BC-4B82-9932-B66974C385B6}">
      <dgm:prSet/>
      <dgm:spPr/>
      <dgm:t>
        <a:bodyPr/>
        <a:lstStyle/>
        <a:p>
          <a:endParaRPr lang="en-IN"/>
        </a:p>
      </dgm:t>
    </dgm:pt>
    <dgm:pt modelId="{E3BB4587-B4BC-4875-B483-7E30241F22C4}" type="sibTrans" cxnId="{AF83CBF0-45BC-4B82-9932-B66974C385B6}">
      <dgm:prSet/>
      <dgm:spPr/>
      <dgm:t>
        <a:bodyPr/>
        <a:lstStyle/>
        <a:p>
          <a:endParaRPr lang="en-IN"/>
        </a:p>
      </dgm:t>
    </dgm:pt>
    <dgm:pt modelId="{355644FC-00E8-4A8A-8E2E-AF992FC4DC60}" type="pres">
      <dgm:prSet presAssocID="{FCEF6877-5D44-43BF-B6EF-3960714F2967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F032F8CD-68FC-48AD-BDBE-0998B2EC0573}" type="pres">
      <dgm:prSet presAssocID="{45917B0A-796C-4FEB-BF3F-664AD902579F}" presName="composite" presStyleCnt="0"/>
      <dgm:spPr/>
    </dgm:pt>
    <dgm:pt modelId="{CD17E3B6-7816-4720-B21E-A093A2747219}" type="pres">
      <dgm:prSet presAssocID="{45917B0A-796C-4FEB-BF3F-664AD902579F}" presName="BackAccent" presStyleLbl="bgShp" presStyleIdx="0" presStyleCnt="2"/>
      <dgm:spPr/>
    </dgm:pt>
    <dgm:pt modelId="{F0B9A1F5-D501-45F4-9B6B-AD7B45638C01}" type="pres">
      <dgm:prSet presAssocID="{45917B0A-796C-4FEB-BF3F-664AD902579F}" presName="Accent" presStyleLbl="alignNode1" presStyleIdx="0" presStyleCnt="2"/>
      <dgm:spPr/>
    </dgm:pt>
    <dgm:pt modelId="{117DEBDA-A489-4220-86EC-973332AA2801}" type="pres">
      <dgm:prSet presAssocID="{45917B0A-796C-4FEB-BF3F-664AD902579F}" presName="Child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99B6D37E-3F10-4558-885C-A4D5197822B1}" type="pres">
      <dgm:prSet presAssocID="{45917B0A-796C-4FEB-BF3F-664AD902579F}" presName="Parent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26AD458A-FB47-432C-9623-D431B25D7BC8}" type="pres">
      <dgm:prSet presAssocID="{551EEB29-AF5D-48CE-BA38-11ED9DA30F7B}" presName="sibTrans" presStyleCnt="0"/>
      <dgm:spPr/>
    </dgm:pt>
    <dgm:pt modelId="{2E066E90-A32B-4A8F-81FC-C6E0B224FF1A}" type="pres">
      <dgm:prSet presAssocID="{C1F5D0B0-CCD2-4E78-AB74-6B9F56933A81}" presName="composite" presStyleCnt="0"/>
      <dgm:spPr/>
    </dgm:pt>
    <dgm:pt modelId="{283A8BD3-931C-4889-9FAB-C38411A445D0}" type="pres">
      <dgm:prSet presAssocID="{C1F5D0B0-CCD2-4E78-AB74-6B9F56933A81}" presName="BackAccent" presStyleLbl="bgShp" presStyleIdx="1" presStyleCnt="2"/>
      <dgm:spPr/>
    </dgm:pt>
    <dgm:pt modelId="{3FD9DA8B-7382-4BE5-AF29-D4CD14F8014E}" type="pres">
      <dgm:prSet presAssocID="{C1F5D0B0-CCD2-4E78-AB74-6B9F56933A81}" presName="Accent" presStyleLbl="alignNode1" presStyleIdx="1" presStyleCnt="2"/>
      <dgm:spPr/>
    </dgm:pt>
    <dgm:pt modelId="{F13E86CA-4A5E-487A-98CA-216924D551BA}" type="pres">
      <dgm:prSet presAssocID="{C1F5D0B0-CCD2-4E78-AB74-6B9F56933A81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7B1BB57B-D7AE-4835-BEAD-E7ED58161F43}" type="pres">
      <dgm:prSet presAssocID="{C1F5D0B0-CCD2-4E78-AB74-6B9F56933A81}" presName="Parent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C6916C06-185A-4E6D-925B-DF6EA8B469B1}" type="presOf" srcId="{EED04BF3-97B1-4E30-8200-E8F7214ED06C}" destId="{117DEBDA-A489-4220-86EC-973332AA2801}" srcOrd="0" destOrd="0" presId="urn:microsoft.com/office/officeart/2008/layout/IncreasingCircleProcess"/>
    <dgm:cxn modelId="{1D5C8409-5735-4E68-A7BF-83ECD89753D4}" srcId="{45917B0A-796C-4FEB-BF3F-664AD902579F}" destId="{EED04BF3-97B1-4E30-8200-E8F7214ED06C}" srcOrd="0" destOrd="0" parTransId="{6EC9A029-4710-4F1D-B971-4DAFD6031C6F}" sibTransId="{854AD750-2E10-4C3B-9E75-684B98931731}"/>
    <dgm:cxn modelId="{B4EACE19-8528-4E17-B01F-CA6D866A491B}" type="presOf" srcId="{C4457C83-23D4-4ACD-A902-1A9B68AED911}" destId="{F13E86CA-4A5E-487A-98CA-216924D551BA}" srcOrd="0" destOrd="0" presId="urn:microsoft.com/office/officeart/2008/layout/IncreasingCircleProcess"/>
    <dgm:cxn modelId="{1A005621-F22F-4376-9840-12525C72CD2B}" type="presOf" srcId="{FCEF6877-5D44-43BF-B6EF-3960714F2967}" destId="{355644FC-00E8-4A8A-8E2E-AF992FC4DC60}" srcOrd="0" destOrd="0" presId="urn:microsoft.com/office/officeart/2008/layout/IncreasingCircleProcess"/>
    <dgm:cxn modelId="{2857CB49-70FC-4B7E-AD1D-CB3137E7E164}" srcId="{FCEF6877-5D44-43BF-B6EF-3960714F2967}" destId="{C1F5D0B0-CCD2-4E78-AB74-6B9F56933A81}" srcOrd="1" destOrd="0" parTransId="{28F1F412-8ACD-4062-A848-1A58E40B50BA}" sibTransId="{E38DBF4F-AEDB-42F4-B19B-398FF3E51816}"/>
    <dgm:cxn modelId="{7666E374-FD69-491D-8F35-7B9D9D2C7884}" type="presOf" srcId="{45917B0A-796C-4FEB-BF3F-664AD902579F}" destId="{99B6D37E-3F10-4558-885C-A4D5197822B1}" srcOrd="0" destOrd="0" presId="urn:microsoft.com/office/officeart/2008/layout/IncreasingCircleProcess"/>
    <dgm:cxn modelId="{F7A273B1-EB77-4A16-A1F3-B1004DC9B770}" type="presOf" srcId="{C1F5D0B0-CCD2-4E78-AB74-6B9F56933A81}" destId="{7B1BB57B-D7AE-4835-BEAD-E7ED58161F43}" srcOrd="0" destOrd="0" presId="urn:microsoft.com/office/officeart/2008/layout/IncreasingCircleProcess"/>
    <dgm:cxn modelId="{D7EFD5D6-89A6-4BF9-AB57-1766F6D89DEC}" srcId="{FCEF6877-5D44-43BF-B6EF-3960714F2967}" destId="{45917B0A-796C-4FEB-BF3F-664AD902579F}" srcOrd="0" destOrd="0" parTransId="{B1F81D1E-1148-4B88-BC52-CE87630F8A98}" sibTransId="{551EEB29-AF5D-48CE-BA38-11ED9DA30F7B}"/>
    <dgm:cxn modelId="{AF83CBF0-45BC-4B82-9932-B66974C385B6}" srcId="{C1F5D0B0-CCD2-4E78-AB74-6B9F56933A81}" destId="{C4457C83-23D4-4ACD-A902-1A9B68AED911}" srcOrd="0" destOrd="0" parTransId="{99514B56-A124-42B2-BD26-73AC08D96EBB}" sibTransId="{E3BB4587-B4BC-4875-B483-7E30241F22C4}"/>
    <dgm:cxn modelId="{2867CDE9-685F-44F2-A9FF-6D244CF0341F}" type="presParOf" srcId="{355644FC-00E8-4A8A-8E2E-AF992FC4DC60}" destId="{F032F8CD-68FC-48AD-BDBE-0998B2EC0573}" srcOrd="0" destOrd="0" presId="urn:microsoft.com/office/officeart/2008/layout/IncreasingCircleProcess"/>
    <dgm:cxn modelId="{77E417A8-5A8C-4B0E-AC0E-245974409FCC}" type="presParOf" srcId="{F032F8CD-68FC-48AD-BDBE-0998B2EC0573}" destId="{CD17E3B6-7816-4720-B21E-A093A2747219}" srcOrd="0" destOrd="0" presId="urn:microsoft.com/office/officeart/2008/layout/IncreasingCircleProcess"/>
    <dgm:cxn modelId="{840D22A5-2DC3-457F-A2D0-5BD5F258C0FF}" type="presParOf" srcId="{F032F8CD-68FC-48AD-BDBE-0998B2EC0573}" destId="{F0B9A1F5-D501-45F4-9B6B-AD7B45638C01}" srcOrd="1" destOrd="0" presId="urn:microsoft.com/office/officeart/2008/layout/IncreasingCircleProcess"/>
    <dgm:cxn modelId="{F523D4BF-8E90-455D-A5C8-EF1C097BDAB2}" type="presParOf" srcId="{F032F8CD-68FC-48AD-BDBE-0998B2EC0573}" destId="{117DEBDA-A489-4220-86EC-973332AA2801}" srcOrd="2" destOrd="0" presId="urn:microsoft.com/office/officeart/2008/layout/IncreasingCircleProcess"/>
    <dgm:cxn modelId="{C180E771-4D11-476F-BB29-4410760921EE}" type="presParOf" srcId="{F032F8CD-68FC-48AD-BDBE-0998B2EC0573}" destId="{99B6D37E-3F10-4558-885C-A4D5197822B1}" srcOrd="3" destOrd="0" presId="urn:microsoft.com/office/officeart/2008/layout/IncreasingCircleProcess"/>
    <dgm:cxn modelId="{BF4B8FA2-FCF5-44F9-B6AF-BDB7308C1C32}" type="presParOf" srcId="{355644FC-00E8-4A8A-8E2E-AF992FC4DC60}" destId="{26AD458A-FB47-432C-9623-D431B25D7BC8}" srcOrd="1" destOrd="0" presId="urn:microsoft.com/office/officeart/2008/layout/IncreasingCircleProcess"/>
    <dgm:cxn modelId="{C928ED6D-715C-4E88-AA31-15116087185B}" type="presParOf" srcId="{355644FC-00E8-4A8A-8E2E-AF992FC4DC60}" destId="{2E066E90-A32B-4A8F-81FC-C6E0B224FF1A}" srcOrd="2" destOrd="0" presId="urn:microsoft.com/office/officeart/2008/layout/IncreasingCircleProcess"/>
    <dgm:cxn modelId="{ED7E2E46-D68F-4B32-A131-90297900168B}" type="presParOf" srcId="{2E066E90-A32B-4A8F-81FC-C6E0B224FF1A}" destId="{283A8BD3-931C-4889-9FAB-C38411A445D0}" srcOrd="0" destOrd="0" presId="urn:microsoft.com/office/officeart/2008/layout/IncreasingCircleProcess"/>
    <dgm:cxn modelId="{F7A51634-8C3B-47E2-AD11-7257F72C09FC}" type="presParOf" srcId="{2E066E90-A32B-4A8F-81FC-C6E0B224FF1A}" destId="{3FD9DA8B-7382-4BE5-AF29-D4CD14F8014E}" srcOrd="1" destOrd="0" presId="urn:microsoft.com/office/officeart/2008/layout/IncreasingCircleProcess"/>
    <dgm:cxn modelId="{D02953DB-0D43-44BC-93AA-56DC3C387798}" type="presParOf" srcId="{2E066E90-A32B-4A8F-81FC-C6E0B224FF1A}" destId="{F13E86CA-4A5E-487A-98CA-216924D551BA}" srcOrd="2" destOrd="0" presId="urn:microsoft.com/office/officeart/2008/layout/IncreasingCircleProcess"/>
    <dgm:cxn modelId="{67E427E9-9341-4FB7-8BF3-4FC4C5C91224}" type="presParOf" srcId="{2E066E90-A32B-4A8F-81FC-C6E0B224FF1A}" destId="{7B1BB57B-D7AE-4835-BEAD-E7ED58161F43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354744-2BE1-4D8B-B0F1-63211F759DC5}" type="doc">
      <dgm:prSet loTypeId="urn:microsoft.com/office/officeart/2005/8/layout/process4" loCatId="list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en-IN"/>
        </a:p>
      </dgm:t>
    </dgm:pt>
    <dgm:pt modelId="{8004D10E-1375-440F-957E-7D4906B9A010}">
      <dgm:prSet phldrT="[Text]" phldr="0" custT="1"/>
      <dgm:spPr/>
      <dgm:t>
        <a:bodyPr/>
        <a:lstStyle/>
        <a:p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 Metrics </a:t>
          </a:r>
        </a:p>
      </dgm:t>
    </dgm:pt>
    <dgm:pt modelId="{CAD4D57F-4818-4E93-9C05-216D89BBFE0C}" type="parTrans" cxnId="{4B8CE721-13FA-4A8A-9FFA-CFA627DF0FA2}">
      <dgm:prSet/>
      <dgm:spPr/>
      <dgm:t>
        <a:bodyPr/>
        <a:lstStyle/>
        <a:p>
          <a:endParaRPr lang="en-IN"/>
        </a:p>
      </dgm:t>
    </dgm:pt>
    <dgm:pt modelId="{540F0BDC-0EAA-4DEE-8FAC-806E09D2F55B}" type="sibTrans" cxnId="{4B8CE721-13FA-4A8A-9FFA-CFA627DF0FA2}">
      <dgm:prSet/>
      <dgm:spPr/>
      <dgm:t>
        <a:bodyPr/>
        <a:lstStyle/>
        <a:p>
          <a:endParaRPr lang="en-IN"/>
        </a:p>
      </dgm:t>
    </dgm:pt>
    <dgm:pt modelId="{A020E20D-82B4-42A5-A7CC-9426A1C7AD28}">
      <dgm:prSet phldrT="[Text]" phldr="0"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Overall Accuracy</a:t>
          </a:r>
        </a:p>
      </dgm:t>
    </dgm:pt>
    <dgm:pt modelId="{3EEA6BEA-568D-4373-82A1-3118AC5FBFE0}" type="parTrans" cxnId="{E1CE8B50-AA02-4308-B98F-BF3985A28B41}">
      <dgm:prSet/>
      <dgm:spPr/>
      <dgm:t>
        <a:bodyPr/>
        <a:lstStyle/>
        <a:p>
          <a:endParaRPr lang="en-IN"/>
        </a:p>
      </dgm:t>
    </dgm:pt>
    <dgm:pt modelId="{EB37FD64-7C51-4C7E-B3AD-1DC7A03B27CA}" type="sibTrans" cxnId="{E1CE8B50-AA02-4308-B98F-BF3985A28B41}">
      <dgm:prSet/>
      <dgm:spPr/>
      <dgm:t>
        <a:bodyPr/>
        <a:lstStyle/>
        <a:p>
          <a:endParaRPr lang="en-IN"/>
        </a:p>
      </dgm:t>
    </dgm:pt>
    <dgm:pt modelId="{93E95EAB-7CF9-4530-BE98-68F00330D265}">
      <dgm:prSet phldrT="[Text]" phldr="0"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Kappa Coefficient </a:t>
          </a:r>
        </a:p>
      </dgm:t>
    </dgm:pt>
    <dgm:pt modelId="{5E841824-5467-40B9-9BA8-FFC6BCCFC260}" type="parTrans" cxnId="{15D54B4D-ECFF-485F-80BA-96085377D000}">
      <dgm:prSet/>
      <dgm:spPr/>
      <dgm:t>
        <a:bodyPr/>
        <a:lstStyle/>
        <a:p>
          <a:endParaRPr lang="en-IN"/>
        </a:p>
      </dgm:t>
    </dgm:pt>
    <dgm:pt modelId="{053280FA-79CC-4927-AE8B-56356144D306}" type="sibTrans" cxnId="{15D54B4D-ECFF-485F-80BA-96085377D000}">
      <dgm:prSet/>
      <dgm:spPr/>
      <dgm:t>
        <a:bodyPr/>
        <a:lstStyle/>
        <a:p>
          <a:endParaRPr lang="en-IN"/>
        </a:p>
      </dgm:t>
    </dgm:pt>
    <dgm:pt modelId="{824F9FC2-D281-4276-90FE-6F1AA7FB4E32}" type="pres">
      <dgm:prSet presAssocID="{9C354744-2BE1-4D8B-B0F1-63211F759DC5}" presName="Name0" presStyleCnt="0">
        <dgm:presLayoutVars>
          <dgm:dir/>
          <dgm:animLvl val="lvl"/>
          <dgm:resizeHandles val="exact"/>
        </dgm:presLayoutVars>
      </dgm:prSet>
      <dgm:spPr/>
    </dgm:pt>
    <dgm:pt modelId="{BBC973FF-32EF-4120-9B0B-173B7DEDBD2A}" type="pres">
      <dgm:prSet presAssocID="{8004D10E-1375-440F-957E-7D4906B9A010}" presName="boxAndChildren" presStyleCnt="0"/>
      <dgm:spPr/>
    </dgm:pt>
    <dgm:pt modelId="{3B1674DF-E82A-4A73-98DD-C47A1B91FEEC}" type="pres">
      <dgm:prSet presAssocID="{8004D10E-1375-440F-957E-7D4906B9A010}" presName="parentTextBox" presStyleLbl="node1" presStyleIdx="0" presStyleCnt="1"/>
      <dgm:spPr/>
    </dgm:pt>
    <dgm:pt modelId="{0A69D29C-6961-4693-9587-0C195753D2BB}" type="pres">
      <dgm:prSet presAssocID="{8004D10E-1375-440F-957E-7D4906B9A010}" presName="entireBox" presStyleLbl="node1" presStyleIdx="0" presStyleCnt="1" custLinFactNeighborX="21982" custLinFactNeighborY="-8085"/>
      <dgm:spPr/>
    </dgm:pt>
    <dgm:pt modelId="{AF7728E6-150F-4291-9C64-6F558C3DE55A}" type="pres">
      <dgm:prSet presAssocID="{8004D10E-1375-440F-957E-7D4906B9A010}" presName="descendantBox" presStyleCnt="0"/>
      <dgm:spPr/>
    </dgm:pt>
    <dgm:pt modelId="{DF6D5D7B-50D9-49D0-83EF-E4CDB58BBDC3}" type="pres">
      <dgm:prSet presAssocID="{A020E20D-82B4-42A5-A7CC-9426A1C7AD28}" presName="childTextBox" presStyleLbl="fgAccFollowNode1" presStyleIdx="0" presStyleCnt="2">
        <dgm:presLayoutVars>
          <dgm:bulletEnabled val="1"/>
        </dgm:presLayoutVars>
      </dgm:prSet>
      <dgm:spPr/>
    </dgm:pt>
    <dgm:pt modelId="{C2D911F8-BBF2-47D6-9D3C-EF9B941EE762}" type="pres">
      <dgm:prSet presAssocID="{93E95EAB-7CF9-4530-BE98-68F00330D265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4B8CE721-13FA-4A8A-9FFA-CFA627DF0FA2}" srcId="{9C354744-2BE1-4D8B-B0F1-63211F759DC5}" destId="{8004D10E-1375-440F-957E-7D4906B9A010}" srcOrd="0" destOrd="0" parTransId="{CAD4D57F-4818-4E93-9C05-216D89BBFE0C}" sibTransId="{540F0BDC-0EAA-4DEE-8FAC-806E09D2F55B}"/>
    <dgm:cxn modelId="{98F19F29-009F-4048-B414-1B9C2E3206AF}" type="presOf" srcId="{93E95EAB-7CF9-4530-BE98-68F00330D265}" destId="{C2D911F8-BBF2-47D6-9D3C-EF9B941EE762}" srcOrd="0" destOrd="0" presId="urn:microsoft.com/office/officeart/2005/8/layout/process4"/>
    <dgm:cxn modelId="{ED73C65E-4471-4FC2-9801-AD86C4ACD514}" type="presOf" srcId="{A020E20D-82B4-42A5-A7CC-9426A1C7AD28}" destId="{DF6D5D7B-50D9-49D0-83EF-E4CDB58BBDC3}" srcOrd="0" destOrd="0" presId="urn:microsoft.com/office/officeart/2005/8/layout/process4"/>
    <dgm:cxn modelId="{7B5A9D63-4C73-47A4-8AD9-E11FA4A8248D}" type="presOf" srcId="{8004D10E-1375-440F-957E-7D4906B9A010}" destId="{3B1674DF-E82A-4A73-98DD-C47A1B91FEEC}" srcOrd="0" destOrd="0" presId="urn:microsoft.com/office/officeart/2005/8/layout/process4"/>
    <dgm:cxn modelId="{15D54B4D-ECFF-485F-80BA-96085377D000}" srcId="{8004D10E-1375-440F-957E-7D4906B9A010}" destId="{93E95EAB-7CF9-4530-BE98-68F00330D265}" srcOrd="1" destOrd="0" parTransId="{5E841824-5467-40B9-9BA8-FFC6BCCFC260}" sibTransId="{053280FA-79CC-4927-AE8B-56356144D306}"/>
    <dgm:cxn modelId="{E1CE8B50-AA02-4308-B98F-BF3985A28B41}" srcId="{8004D10E-1375-440F-957E-7D4906B9A010}" destId="{A020E20D-82B4-42A5-A7CC-9426A1C7AD28}" srcOrd="0" destOrd="0" parTransId="{3EEA6BEA-568D-4373-82A1-3118AC5FBFE0}" sibTransId="{EB37FD64-7C51-4C7E-B3AD-1DC7A03B27CA}"/>
    <dgm:cxn modelId="{C1B3BD95-F4C8-4C6D-AC25-11A5BBCCE040}" type="presOf" srcId="{8004D10E-1375-440F-957E-7D4906B9A010}" destId="{0A69D29C-6961-4693-9587-0C195753D2BB}" srcOrd="1" destOrd="0" presId="urn:microsoft.com/office/officeart/2005/8/layout/process4"/>
    <dgm:cxn modelId="{6486D8F2-3916-4839-8C8D-475690CB88B9}" type="presOf" srcId="{9C354744-2BE1-4D8B-B0F1-63211F759DC5}" destId="{824F9FC2-D281-4276-90FE-6F1AA7FB4E32}" srcOrd="0" destOrd="0" presId="urn:microsoft.com/office/officeart/2005/8/layout/process4"/>
    <dgm:cxn modelId="{4E8B8222-FB17-44BA-ACA3-FB129CB1050C}" type="presParOf" srcId="{824F9FC2-D281-4276-90FE-6F1AA7FB4E32}" destId="{BBC973FF-32EF-4120-9B0B-173B7DEDBD2A}" srcOrd="0" destOrd="0" presId="urn:microsoft.com/office/officeart/2005/8/layout/process4"/>
    <dgm:cxn modelId="{D5CE8FE7-5E65-4772-96C6-5DBE4B7D17D2}" type="presParOf" srcId="{BBC973FF-32EF-4120-9B0B-173B7DEDBD2A}" destId="{3B1674DF-E82A-4A73-98DD-C47A1B91FEEC}" srcOrd="0" destOrd="0" presId="urn:microsoft.com/office/officeart/2005/8/layout/process4"/>
    <dgm:cxn modelId="{F68B5BCC-01CF-4082-AF07-8010DD63E168}" type="presParOf" srcId="{BBC973FF-32EF-4120-9B0B-173B7DEDBD2A}" destId="{0A69D29C-6961-4693-9587-0C195753D2BB}" srcOrd="1" destOrd="0" presId="urn:microsoft.com/office/officeart/2005/8/layout/process4"/>
    <dgm:cxn modelId="{0C026DEE-F508-44BC-9A1D-8909B79BB173}" type="presParOf" srcId="{BBC973FF-32EF-4120-9B0B-173B7DEDBD2A}" destId="{AF7728E6-150F-4291-9C64-6F558C3DE55A}" srcOrd="2" destOrd="0" presId="urn:microsoft.com/office/officeart/2005/8/layout/process4"/>
    <dgm:cxn modelId="{3415308F-4BCB-482B-B40F-8E6990F61FDD}" type="presParOf" srcId="{AF7728E6-150F-4291-9C64-6F558C3DE55A}" destId="{DF6D5D7B-50D9-49D0-83EF-E4CDB58BBDC3}" srcOrd="0" destOrd="0" presId="urn:microsoft.com/office/officeart/2005/8/layout/process4"/>
    <dgm:cxn modelId="{F383B24E-E010-40E9-9554-C7E03C1F6B34}" type="presParOf" srcId="{AF7728E6-150F-4291-9C64-6F558C3DE55A}" destId="{C2D911F8-BBF2-47D6-9D3C-EF9B941EE762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DF0E3D-B7C7-4B89-8F00-E97B084FB228}" type="doc">
      <dgm:prSet loTypeId="urn:microsoft.com/office/officeart/2005/8/layout/lProcess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14AD7E63-416F-41B8-BC33-55CAA620D175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Spectral Bands </a:t>
          </a:r>
        </a:p>
      </dgm:t>
    </dgm:pt>
    <dgm:pt modelId="{FC1B1355-19FF-42C1-873A-CB847B82F037}" type="parTrans" cxnId="{2EF00E91-76D2-45E8-A6B5-58F9E79E1901}">
      <dgm:prSet/>
      <dgm:spPr/>
      <dgm:t>
        <a:bodyPr/>
        <a:lstStyle/>
        <a:p>
          <a:endParaRPr lang="en-IN"/>
        </a:p>
      </dgm:t>
    </dgm:pt>
    <dgm:pt modelId="{54BB215D-9D18-4E23-9372-7C4E0BEB2039}" type="sibTrans" cxnId="{2EF00E91-76D2-45E8-A6B5-58F9E79E1901}">
      <dgm:prSet/>
      <dgm:spPr/>
      <dgm:t>
        <a:bodyPr/>
        <a:lstStyle/>
        <a:p>
          <a:endParaRPr lang="en-IN"/>
        </a:p>
      </dgm:t>
    </dgm:pt>
    <dgm:pt modelId="{69CEFAD1-FCDE-44BE-9F1E-63839B328ACF}">
      <dgm:prSet phldrT="[Text]"/>
      <dgm:spPr/>
      <dgm:t>
        <a:bodyPr/>
        <a:lstStyle/>
        <a:p>
          <a:pPr>
            <a:buNone/>
          </a:pPr>
          <a:r>
            <a:rPr lang="en-US" b="0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Standard raw reflectance data across multiple wavelengths.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4B3ECB-1DFF-47B2-89D5-CADEF80A1192}" type="parTrans" cxnId="{ADE79F50-FD4F-4407-BB1D-A7265F87E904}">
      <dgm:prSet/>
      <dgm:spPr/>
      <dgm:t>
        <a:bodyPr/>
        <a:lstStyle/>
        <a:p>
          <a:endParaRPr lang="en-IN"/>
        </a:p>
      </dgm:t>
    </dgm:pt>
    <dgm:pt modelId="{E0D02462-C24C-42C4-B452-738852157E81}" type="sibTrans" cxnId="{ADE79F50-FD4F-4407-BB1D-A7265F87E904}">
      <dgm:prSet/>
      <dgm:spPr/>
      <dgm:t>
        <a:bodyPr/>
        <a:lstStyle/>
        <a:p>
          <a:endParaRPr lang="en-IN"/>
        </a:p>
      </dgm:t>
    </dgm:pt>
    <dgm:pt modelId="{F48CBB7E-09B7-4C04-96D3-1BFFEBE7AB19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Vegetation Indices</a:t>
          </a:r>
        </a:p>
      </dgm:t>
    </dgm:pt>
    <dgm:pt modelId="{2F440BAD-A071-410F-8F4A-02EC38510FE6}" type="parTrans" cxnId="{8F9B8E8B-E165-43C0-B6B0-727FC1807BB1}">
      <dgm:prSet/>
      <dgm:spPr/>
      <dgm:t>
        <a:bodyPr/>
        <a:lstStyle/>
        <a:p>
          <a:endParaRPr lang="en-IN"/>
        </a:p>
      </dgm:t>
    </dgm:pt>
    <dgm:pt modelId="{135580CA-98F5-4061-B20C-FE8C929B7F35}" type="sibTrans" cxnId="{8F9B8E8B-E165-43C0-B6B0-727FC1807BB1}">
      <dgm:prSet/>
      <dgm:spPr/>
      <dgm:t>
        <a:bodyPr/>
        <a:lstStyle/>
        <a:p>
          <a:endParaRPr lang="en-IN"/>
        </a:p>
      </dgm:t>
    </dgm:pt>
    <dgm:pt modelId="{1C09A3E6-8DAF-49E4-86A7-829324601BC4}">
      <dgm:prSet phldrT="[Text]"/>
      <dgm:spPr/>
      <dgm:t>
        <a:bodyPr/>
        <a:lstStyle/>
        <a:p>
          <a:pPr>
            <a:buNone/>
          </a:pPr>
          <a:r>
            <a:rPr lang="en-US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NDVI, EVI, NDWI, SAVI, LSWI</a:t>
          </a:r>
          <a:r>
            <a:rPr lang="en-US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used to track health and moisture.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939B39-E619-48FC-BBE8-702C55D0413F}" type="parTrans" cxnId="{6724BBC3-9C2E-4938-ABEB-D16B1FA21CB6}">
      <dgm:prSet/>
      <dgm:spPr/>
      <dgm:t>
        <a:bodyPr/>
        <a:lstStyle/>
        <a:p>
          <a:endParaRPr lang="en-IN"/>
        </a:p>
      </dgm:t>
    </dgm:pt>
    <dgm:pt modelId="{AE67D395-ED99-42EC-BA40-70D6EC33768D}" type="sibTrans" cxnId="{6724BBC3-9C2E-4938-ABEB-D16B1FA21CB6}">
      <dgm:prSet/>
      <dgm:spPr/>
      <dgm:t>
        <a:bodyPr/>
        <a:lstStyle/>
        <a:p>
          <a:endParaRPr lang="en-IN"/>
        </a:p>
      </dgm:t>
    </dgm:pt>
    <dgm:pt modelId="{22F7E6F9-C430-4F53-8D20-263F610122B1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SAR Features </a:t>
          </a:r>
        </a:p>
      </dgm:t>
    </dgm:pt>
    <dgm:pt modelId="{B176687C-FCB9-4F84-BEF5-DBAD50FA80D3}" type="parTrans" cxnId="{9F0AB57D-734D-41D4-B6D1-86C1DA3BCC98}">
      <dgm:prSet/>
      <dgm:spPr/>
      <dgm:t>
        <a:bodyPr/>
        <a:lstStyle/>
        <a:p>
          <a:endParaRPr lang="en-IN"/>
        </a:p>
      </dgm:t>
    </dgm:pt>
    <dgm:pt modelId="{D289C46C-FA3E-4595-93B2-AD14E129EE71}" type="sibTrans" cxnId="{9F0AB57D-734D-41D4-B6D1-86C1DA3BCC98}">
      <dgm:prSet/>
      <dgm:spPr/>
      <dgm:t>
        <a:bodyPr/>
        <a:lstStyle/>
        <a:p>
          <a:endParaRPr lang="en-IN"/>
        </a:p>
      </dgm:t>
    </dgm:pt>
    <dgm:pt modelId="{D8CF2CBB-E28C-4E9C-A53A-66524DCEF3C4}">
      <dgm:prSet/>
      <dgm:spPr/>
      <dgm:t>
        <a:bodyPr/>
        <a:lstStyle/>
        <a:p>
          <a:pPr>
            <a:buNone/>
          </a:pPr>
          <a:r>
            <a:rPr lang="en-US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Structural and backscatter metrics: </a:t>
          </a:r>
          <a:r>
            <a:rPr lang="en-US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VV, VH</a:t>
          </a:r>
          <a:r>
            <a:rPr lang="en-US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, and the </a:t>
          </a:r>
          <a:r>
            <a:rPr lang="en-US" b="1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VV/VH ratio</a:t>
          </a:r>
          <a:r>
            <a:rPr lang="en-US" b="0" i="0" u="none" strike="noStrike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B64F9F-3CE4-44DC-A2EA-6A5771443B98}" type="parTrans" cxnId="{925E5A2B-BEAA-4470-95B2-034F0DBAAF6F}">
      <dgm:prSet/>
      <dgm:spPr/>
      <dgm:t>
        <a:bodyPr/>
        <a:lstStyle/>
        <a:p>
          <a:endParaRPr lang="en-IN"/>
        </a:p>
      </dgm:t>
    </dgm:pt>
    <dgm:pt modelId="{26846430-9565-4CC9-96D8-8079AB62D698}" type="sibTrans" cxnId="{925E5A2B-BEAA-4470-95B2-034F0DBAAF6F}">
      <dgm:prSet/>
      <dgm:spPr/>
      <dgm:t>
        <a:bodyPr/>
        <a:lstStyle/>
        <a:p>
          <a:endParaRPr lang="en-IN"/>
        </a:p>
      </dgm:t>
    </dgm:pt>
    <dgm:pt modelId="{5BA99AC2-ECE5-4DAB-BCF3-81D53192AC84}" type="pres">
      <dgm:prSet presAssocID="{90DF0E3D-B7C7-4B89-8F00-E97B084FB228}" presName="theList" presStyleCnt="0">
        <dgm:presLayoutVars>
          <dgm:dir/>
          <dgm:animLvl val="lvl"/>
          <dgm:resizeHandles val="exact"/>
        </dgm:presLayoutVars>
      </dgm:prSet>
      <dgm:spPr/>
    </dgm:pt>
    <dgm:pt modelId="{E0617FDA-6422-4202-9096-0BF7DFDBF5E7}" type="pres">
      <dgm:prSet presAssocID="{14AD7E63-416F-41B8-BC33-55CAA620D175}" presName="compNode" presStyleCnt="0"/>
      <dgm:spPr/>
    </dgm:pt>
    <dgm:pt modelId="{83F0B003-436A-4C9C-83CB-65EC07E61273}" type="pres">
      <dgm:prSet presAssocID="{14AD7E63-416F-41B8-BC33-55CAA620D175}" presName="aNode" presStyleLbl="bgShp" presStyleIdx="0" presStyleCnt="3"/>
      <dgm:spPr/>
    </dgm:pt>
    <dgm:pt modelId="{39059557-8734-4037-B4AB-0E5FE4BFAAD6}" type="pres">
      <dgm:prSet presAssocID="{14AD7E63-416F-41B8-BC33-55CAA620D175}" presName="textNode" presStyleLbl="bgShp" presStyleIdx="0" presStyleCnt="3"/>
      <dgm:spPr/>
    </dgm:pt>
    <dgm:pt modelId="{5BF95EA7-E99A-480D-B143-3B15DA38901D}" type="pres">
      <dgm:prSet presAssocID="{14AD7E63-416F-41B8-BC33-55CAA620D175}" presName="compChildNode" presStyleCnt="0"/>
      <dgm:spPr/>
    </dgm:pt>
    <dgm:pt modelId="{84CCC489-A7AC-49DA-87A7-648F2B72C307}" type="pres">
      <dgm:prSet presAssocID="{14AD7E63-416F-41B8-BC33-55CAA620D175}" presName="theInnerList" presStyleCnt="0"/>
      <dgm:spPr/>
    </dgm:pt>
    <dgm:pt modelId="{75FBEA57-359A-4509-B34F-16BF3E179838}" type="pres">
      <dgm:prSet presAssocID="{69CEFAD1-FCDE-44BE-9F1E-63839B328ACF}" presName="childNode" presStyleLbl="node1" presStyleIdx="0" presStyleCnt="3">
        <dgm:presLayoutVars>
          <dgm:bulletEnabled val="1"/>
        </dgm:presLayoutVars>
      </dgm:prSet>
      <dgm:spPr/>
    </dgm:pt>
    <dgm:pt modelId="{CA6C997B-EC77-4661-9EF9-618104F2AF14}" type="pres">
      <dgm:prSet presAssocID="{14AD7E63-416F-41B8-BC33-55CAA620D175}" presName="aSpace" presStyleCnt="0"/>
      <dgm:spPr/>
    </dgm:pt>
    <dgm:pt modelId="{042D3AD1-2F66-43CD-94CC-FE6FBF4A996F}" type="pres">
      <dgm:prSet presAssocID="{F48CBB7E-09B7-4C04-96D3-1BFFEBE7AB19}" presName="compNode" presStyleCnt="0"/>
      <dgm:spPr/>
    </dgm:pt>
    <dgm:pt modelId="{206AB919-8781-4A1C-BC03-5DD5FC44C708}" type="pres">
      <dgm:prSet presAssocID="{F48CBB7E-09B7-4C04-96D3-1BFFEBE7AB19}" presName="aNode" presStyleLbl="bgShp" presStyleIdx="1" presStyleCnt="3"/>
      <dgm:spPr/>
    </dgm:pt>
    <dgm:pt modelId="{B7B3EB93-5D12-4BDC-94D5-266129DF422F}" type="pres">
      <dgm:prSet presAssocID="{F48CBB7E-09B7-4C04-96D3-1BFFEBE7AB19}" presName="textNode" presStyleLbl="bgShp" presStyleIdx="1" presStyleCnt="3"/>
      <dgm:spPr/>
    </dgm:pt>
    <dgm:pt modelId="{26FDDC08-B8C8-4EF3-A785-4E2BEDC577A4}" type="pres">
      <dgm:prSet presAssocID="{F48CBB7E-09B7-4C04-96D3-1BFFEBE7AB19}" presName="compChildNode" presStyleCnt="0"/>
      <dgm:spPr/>
    </dgm:pt>
    <dgm:pt modelId="{5C100CC9-DAAB-4A9C-8AD2-05E2F93938C0}" type="pres">
      <dgm:prSet presAssocID="{F48CBB7E-09B7-4C04-96D3-1BFFEBE7AB19}" presName="theInnerList" presStyleCnt="0"/>
      <dgm:spPr/>
    </dgm:pt>
    <dgm:pt modelId="{F7DCA33D-263E-4113-98A7-D2387334423A}" type="pres">
      <dgm:prSet presAssocID="{1C09A3E6-8DAF-49E4-86A7-829324601BC4}" presName="childNode" presStyleLbl="node1" presStyleIdx="1" presStyleCnt="3">
        <dgm:presLayoutVars>
          <dgm:bulletEnabled val="1"/>
        </dgm:presLayoutVars>
      </dgm:prSet>
      <dgm:spPr/>
    </dgm:pt>
    <dgm:pt modelId="{567FFA6E-4716-4E40-9A6B-37750EC8611A}" type="pres">
      <dgm:prSet presAssocID="{F48CBB7E-09B7-4C04-96D3-1BFFEBE7AB19}" presName="aSpace" presStyleCnt="0"/>
      <dgm:spPr/>
    </dgm:pt>
    <dgm:pt modelId="{E42EC3CC-0F28-42DD-B03C-D99F44E3DAAC}" type="pres">
      <dgm:prSet presAssocID="{22F7E6F9-C430-4F53-8D20-263F610122B1}" presName="compNode" presStyleCnt="0"/>
      <dgm:spPr/>
    </dgm:pt>
    <dgm:pt modelId="{589FA525-24E8-4755-978B-F3AA5C473961}" type="pres">
      <dgm:prSet presAssocID="{22F7E6F9-C430-4F53-8D20-263F610122B1}" presName="aNode" presStyleLbl="bgShp" presStyleIdx="2" presStyleCnt="3"/>
      <dgm:spPr/>
    </dgm:pt>
    <dgm:pt modelId="{8A9F1867-F288-4FC3-93D9-48E9B8427D2A}" type="pres">
      <dgm:prSet presAssocID="{22F7E6F9-C430-4F53-8D20-263F610122B1}" presName="textNode" presStyleLbl="bgShp" presStyleIdx="2" presStyleCnt="3"/>
      <dgm:spPr/>
    </dgm:pt>
    <dgm:pt modelId="{4F2A9A61-586E-4DCF-8FD8-D60FC98A9B99}" type="pres">
      <dgm:prSet presAssocID="{22F7E6F9-C430-4F53-8D20-263F610122B1}" presName="compChildNode" presStyleCnt="0"/>
      <dgm:spPr/>
    </dgm:pt>
    <dgm:pt modelId="{E8DD0CD9-D8C6-4C42-BA3E-1327CBE4A2EA}" type="pres">
      <dgm:prSet presAssocID="{22F7E6F9-C430-4F53-8D20-263F610122B1}" presName="theInnerList" presStyleCnt="0"/>
      <dgm:spPr/>
    </dgm:pt>
    <dgm:pt modelId="{1EC007EF-3C66-4C2D-8BCF-E6C208113141}" type="pres">
      <dgm:prSet presAssocID="{D8CF2CBB-E28C-4E9C-A53A-66524DCEF3C4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C95ECB0D-7C81-44B2-827D-511A6BB8822F}" type="presOf" srcId="{90DF0E3D-B7C7-4B89-8F00-E97B084FB228}" destId="{5BA99AC2-ECE5-4DAB-BCF3-81D53192AC84}" srcOrd="0" destOrd="0" presId="urn:microsoft.com/office/officeart/2005/8/layout/lProcess2"/>
    <dgm:cxn modelId="{9C461422-5011-4C61-99CB-8739F114B915}" type="presOf" srcId="{14AD7E63-416F-41B8-BC33-55CAA620D175}" destId="{39059557-8734-4037-B4AB-0E5FE4BFAAD6}" srcOrd="1" destOrd="0" presId="urn:microsoft.com/office/officeart/2005/8/layout/lProcess2"/>
    <dgm:cxn modelId="{31ED3B27-A1F0-4B40-A1A1-8B78BC9E1386}" type="presOf" srcId="{14AD7E63-416F-41B8-BC33-55CAA620D175}" destId="{83F0B003-436A-4C9C-83CB-65EC07E61273}" srcOrd="0" destOrd="0" presId="urn:microsoft.com/office/officeart/2005/8/layout/lProcess2"/>
    <dgm:cxn modelId="{925E5A2B-BEAA-4470-95B2-034F0DBAAF6F}" srcId="{22F7E6F9-C430-4F53-8D20-263F610122B1}" destId="{D8CF2CBB-E28C-4E9C-A53A-66524DCEF3C4}" srcOrd="0" destOrd="0" parTransId="{76B64F9F-3CE4-44DC-A2EA-6A5771443B98}" sibTransId="{26846430-9565-4CC9-96D8-8079AB62D698}"/>
    <dgm:cxn modelId="{ADE79F50-FD4F-4407-BB1D-A7265F87E904}" srcId="{14AD7E63-416F-41B8-BC33-55CAA620D175}" destId="{69CEFAD1-FCDE-44BE-9F1E-63839B328ACF}" srcOrd="0" destOrd="0" parTransId="{E44B3ECB-1DFF-47B2-89D5-CADEF80A1192}" sibTransId="{E0D02462-C24C-42C4-B452-738852157E81}"/>
    <dgm:cxn modelId="{9F0AB57D-734D-41D4-B6D1-86C1DA3BCC98}" srcId="{90DF0E3D-B7C7-4B89-8F00-E97B084FB228}" destId="{22F7E6F9-C430-4F53-8D20-263F610122B1}" srcOrd="2" destOrd="0" parTransId="{B176687C-FCB9-4F84-BEF5-DBAD50FA80D3}" sibTransId="{D289C46C-FA3E-4595-93B2-AD14E129EE71}"/>
    <dgm:cxn modelId="{78EF5B89-8E83-4205-BF09-42EEBDE107D1}" type="presOf" srcId="{D8CF2CBB-E28C-4E9C-A53A-66524DCEF3C4}" destId="{1EC007EF-3C66-4C2D-8BCF-E6C208113141}" srcOrd="0" destOrd="0" presId="urn:microsoft.com/office/officeart/2005/8/layout/lProcess2"/>
    <dgm:cxn modelId="{8F9B8E8B-E165-43C0-B6B0-727FC1807BB1}" srcId="{90DF0E3D-B7C7-4B89-8F00-E97B084FB228}" destId="{F48CBB7E-09B7-4C04-96D3-1BFFEBE7AB19}" srcOrd="1" destOrd="0" parTransId="{2F440BAD-A071-410F-8F4A-02EC38510FE6}" sibTransId="{135580CA-98F5-4061-B20C-FE8C929B7F35}"/>
    <dgm:cxn modelId="{2EF00E91-76D2-45E8-A6B5-58F9E79E1901}" srcId="{90DF0E3D-B7C7-4B89-8F00-E97B084FB228}" destId="{14AD7E63-416F-41B8-BC33-55CAA620D175}" srcOrd="0" destOrd="0" parTransId="{FC1B1355-19FF-42C1-873A-CB847B82F037}" sibTransId="{54BB215D-9D18-4E23-9372-7C4E0BEB2039}"/>
    <dgm:cxn modelId="{00C787A6-E764-4C93-8D91-945877DB520B}" type="presOf" srcId="{1C09A3E6-8DAF-49E4-86A7-829324601BC4}" destId="{F7DCA33D-263E-4113-98A7-D2387334423A}" srcOrd="0" destOrd="0" presId="urn:microsoft.com/office/officeart/2005/8/layout/lProcess2"/>
    <dgm:cxn modelId="{F3E342AB-3095-4689-B456-2580C895883E}" type="presOf" srcId="{22F7E6F9-C430-4F53-8D20-263F610122B1}" destId="{8A9F1867-F288-4FC3-93D9-48E9B8427D2A}" srcOrd="1" destOrd="0" presId="urn:microsoft.com/office/officeart/2005/8/layout/lProcess2"/>
    <dgm:cxn modelId="{175F8CB5-B834-4E40-90BB-C289772DB784}" type="presOf" srcId="{F48CBB7E-09B7-4C04-96D3-1BFFEBE7AB19}" destId="{206AB919-8781-4A1C-BC03-5DD5FC44C708}" srcOrd="0" destOrd="0" presId="urn:microsoft.com/office/officeart/2005/8/layout/lProcess2"/>
    <dgm:cxn modelId="{F72141B6-A7F9-4BD1-B286-CDD6C9948C27}" type="presOf" srcId="{22F7E6F9-C430-4F53-8D20-263F610122B1}" destId="{589FA525-24E8-4755-978B-F3AA5C473961}" srcOrd="0" destOrd="0" presId="urn:microsoft.com/office/officeart/2005/8/layout/lProcess2"/>
    <dgm:cxn modelId="{6724BBC3-9C2E-4938-ABEB-D16B1FA21CB6}" srcId="{F48CBB7E-09B7-4C04-96D3-1BFFEBE7AB19}" destId="{1C09A3E6-8DAF-49E4-86A7-829324601BC4}" srcOrd="0" destOrd="0" parTransId="{73939B39-E619-48FC-BBE8-702C55D0413F}" sibTransId="{AE67D395-ED99-42EC-BA40-70D6EC33768D}"/>
    <dgm:cxn modelId="{01C98FE8-DE5B-4DA1-8217-E883F5D73537}" type="presOf" srcId="{69CEFAD1-FCDE-44BE-9F1E-63839B328ACF}" destId="{75FBEA57-359A-4509-B34F-16BF3E179838}" srcOrd="0" destOrd="0" presId="urn:microsoft.com/office/officeart/2005/8/layout/lProcess2"/>
    <dgm:cxn modelId="{275316FB-FB62-4CA1-8F10-1517FF781535}" type="presOf" srcId="{F48CBB7E-09B7-4C04-96D3-1BFFEBE7AB19}" destId="{B7B3EB93-5D12-4BDC-94D5-266129DF422F}" srcOrd="1" destOrd="0" presId="urn:microsoft.com/office/officeart/2005/8/layout/lProcess2"/>
    <dgm:cxn modelId="{0F553787-83B5-4665-B4BC-E4D10F853386}" type="presParOf" srcId="{5BA99AC2-ECE5-4DAB-BCF3-81D53192AC84}" destId="{E0617FDA-6422-4202-9096-0BF7DFDBF5E7}" srcOrd="0" destOrd="0" presId="urn:microsoft.com/office/officeart/2005/8/layout/lProcess2"/>
    <dgm:cxn modelId="{082BE150-D3BB-4C3A-A34E-3BA6FF664330}" type="presParOf" srcId="{E0617FDA-6422-4202-9096-0BF7DFDBF5E7}" destId="{83F0B003-436A-4C9C-83CB-65EC07E61273}" srcOrd="0" destOrd="0" presId="urn:microsoft.com/office/officeart/2005/8/layout/lProcess2"/>
    <dgm:cxn modelId="{F6BCEFA4-2D25-464D-AC13-2565782D1920}" type="presParOf" srcId="{E0617FDA-6422-4202-9096-0BF7DFDBF5E7}" destId="{39059557-8734-4037-B4AB-0E5FE4BFAAD6}" srcOrd="1" destOrd="0" presId="urn:microsoft.com/office/officeart/2005/8/layout/lProcess2"/>
    <dgm:cxn modelId="{7C617982-C811-407A-98FA-E8B4082F76A0}" type="presParOf" srcId="{E0617FDA-6422-4202-9096-0BF7DFDBF5E7}" destId="{5BF95EA7-E99A-480D-B143-3B15DA38901D}" srcOrd="2" destOrd="0" presId="urn:microsoft.com/office/officeart/2005/8/layout/lProcess2"/>
    <dgm:cxn modelId="{00B7EB0D-ACDD-4AC1-9C4E-96E05415722C}" type="presParOf" srcId="{5BF95EA7-E99A-480D-B143-3B15DA38901D}" destId="{84CCC489-A7AC-49DA-87A7-648F2B72C307}" srcOrd="0" destOrd="0" presId="urn:microsoft.com/office/officeart/2005/8/layout/lProcess2"/>
    <dgm:cxn modelId="{39C270C4-3262-4055-972B-7AEE0E8E8110}" type="presParOf" srcId="{84CCC489-A7AC-49DA-87A7-648F2B72C307}" destId="{75FBEA57-359A-4509-B34F-16BF3E179838}" srcOrd="0" destOrd="0" presId="urn:microsoft.com/office/officeart/2005/8/layout/lProcess2"/>
    <dgm:cxn modelId="{1F71B789-BCF8-47D0-9BBA-03FF557C6611}" type="presParOf" srcId="{5BA99AC2-ECE5-4DAB-BCF3-81D53192AC84}" destId="{CA6C997B-EC77-4661-9EF9-618104F2AF14}" srcOrd="1" destOrd="0" presId="urn:microsoft.com/office/officeart/2005/8/layout/lProcess2"/>
    <dgm:cxn modelId="{CF376CF6-F040-4F64-9359-AFE3B28C7C4F}" type="presParOf" srcId="{5BA99AC2-ECE5-4DAB-BCF3-81D53192AC84}" destId="{042D3AD1-2F66-43CD-94CC-FE6FBF4A996F}" srcOrd="2" destOrd="0" presId="urn:microsoft.com/office/officeart/2005/8/layout/lProcess2"/>
    <dgm:cxn modelId="{A118555D-A17E-41D6-8033-E4E07355E4C4}" type="presParOf" srcId="{042D3AD1-2F66-43CD-94CC-FE6FBF4A996F}" destId="{206AB919-8781-4A1C-BC03-5DD5FC44C708}" srcOrd="0" destOrd="0" presId="urn:microsoft.com/office/officeart/2005/8/layout/lProcess2"/>
    <dgm:cxn modelId="{87204505-3B6C-4DCA-B77E-22C39958593C}" type="presParOf" srcId="{042D3AD1-2F66-43CD-94CC-FE6FBF4A996F}" destId="{B7B3EB93-5D12-4BDC-94D5-266129DF422F}" srcOrd="1" destOrd="0" presId="urn:microsoft.com/office/officeart/2005/8/layout/lProcess2"/>
    <dgm:cxn modelId="{67807A1F-65AF-482E-AC7C-B179549B1BA9}" type="presParOf" srcId="{042D3AD1-2F66-43CD-94CC-FE6FBF4A996F}" destId="{26FDDC08-B8C8-4EF3-A785-4E2BEDC577A4}" srcOrd="2" destOrd="0" presId="urn:microsoft.com/office/officeart/2005/8/layout/lProcess2"/>
    <dgm:cxn modelId="{63A6DA97-DC02-48BC-B9A6-02F90434FAF2}" type="presParOf" srcId="{26FDDC08-B8C8-4EF3-A785-4E2BEDC577A4}" destId="{5C100CC9-DAAB-4A9C-8AD2-05E2F93938C0}" srcOrd="0" destOrd="0" presId="urn:microsoft.com/office/officeart/2005/8/layout/lProcess2"/>
    <dgm:cxn modelId="{34274276-8B8F-4FB9-AEFB-D025CC0C4423}" type="presParOf" srcId="{5C100CC9-DAAB-4A9C-8AD2-05E2F93938C0}" destId="{F7DCA33D-263E-4113-98A7-D2387334423A}" srcOrd="0" destOrd="0" presId="urn:microsoft.com/office/officeart/2005/8/layout/lProcess2"/>
    <dgm:cxn modelId="{5A696A92-6317-431A-A08C-AAF15C4267AF}" type="presParOf" srcId="{5BA99AC2-ECE5-4DAB-BCF3-81D53192AC84}" destId="{567FFA6E-4716-4E40-9A6B-37750EC8611A}" srcOrd="3" destOrd="0" presId="urn:microsoft.com/office/officeart/2005/8/layout/lProcess2"/>
    <dgm:cxn modelId="{AD58F7C8-4E28-47C7-834F-3D817D6DA5A3}" type="presParOf" srcId="{5BA99AC2-ECE5-4DAB-BCF3-81D53192AC84}" destId="{E42EC3CC-0F28-42DD-B03C-D99F44E3DAAC}" srcOrd="4" destOrd="0" presId="urn:microsoft.com/office/officeart/2005/8/layout/lProcess2"/>
    <dgm:cxn modelId="{7204FA8F-2339-4074-97A0-60D62D567952}" type="presParOf" srcId="{E42EC3CC-0F28-42DD-B03C-D99F44E3DAAC}" destId="{589FA525-24E8-4755-978B-F3AA5C473961}" srcOrd="0" destOrd="0" presId="urn:microsoft.com/office/officeart/2005/8/layout/lProcess2"/>
    <dgm:cxn modelId="{08A3A45F-E2D0-4ADF-A9C8-B72B8E44DDFD}" type="presParOf" srcId="{E42EC3CC-0F28-42DD-B03C-D99F44E3DAAC}" destId="{8A9F1867-F288-4FC3-93D9-48E9B8427D2A}" srcOrd="1" destOrd="0" presId="urn:microsoft.com/office/officeart/2005/8/layout/lProcess2"/>
    <dgm:cxn modelId="{C45D3DC1-2331-4FFF-8A77-ACB45756596F}" type="presParOf" srcId="{E42EC3CC-0F28-42DD-B03C-D99F44E3DAAC}" destId="{4F2A9A61-586E-4DCF-8FD8-D60FC98A9B99}" srcOrd="2" destOrd="0" presId="urn:microsoft.com/office/officeart/2005/8/layout/lProcess2"/>
    <dgm:cxn modelId="{5D62BBA5-B929-4245-8F6C-5FC6EFD24B18}" type="presParOf" srcId="{4F2A9A61-586E-4DCF-8FD8-D60FC98A9B99}" destId="{E8DD0CD9-D8C6-4C42-BA3E-1327CBE4A2EA}" srcOrd="0" destOrd="0" presId="urn:microsoft.com/office/officeart/2005/8/layout/lProcess2"/>
    <dgm:cxn modelId="{C5EF9D75-54E3-4F22-9512-AC2811036A04}" type="presParOf" srcId="{E8DD0CD9-D8C6-4C42-BA3E-1327CBE4A2EA}" destId="{1EC007EF-3C66-4C2D-8BCF-E6C20811314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BDD434-3A47-437D-A251-6E45B74526CE}" type="doc">
      <dgm:prSet loTypeId="urn:microsoft.com/office/officeart/2009/3/layout/DescendingProcess" loCatId="process" qsTypeId="urn:microsoft.com/office/officeart/2005/8/quickstyle/simple3" qsCatId="simple" csTypeId="urn:microsoft.com/office/officeart/2005/8/colors/accent2_4" csCatId="accent2" phldr="1"/>
      <dgm:spPr/>
      <dgm:t>
        <a:bodyPr/>
        <a:lstStyle/>
        <a:p>
          <a:endParaRPr lang="en-IN"/>
        </a:p>
      </dgm:t>
    </dgm:pt>
    <dgm:pt modelId="{AD6444D4-C030-40F8-98AC-6228AD168504}">
      <dgm:prSet phldrT="[Text]" phldr="0"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Preprocessing: - </a:t>
          </a:r>
        </a:p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Cloud masking and atmospheric correction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213777-7B75-4646-8252-21DE9FD55095}" type="parTrans" cxnId="{BC756431-CEDA-46D6-BF15-C78D8FE643D2}">
      <dgm:prSet/>
      <dgm:spPr/>
      <dgm:t>
        <a:bodyPr/>
        <a:lstStyle/>
        <a:p>
          <a:endParaRPr lang="en-IN"/>
        </a:p>
      </dgm:t>
    </dgm:pt>
    <dgm:pt modelId="{40E762DD-45E1-4787-BAD9-8151F194E2F1}" type="sibTrans" cxnId="{BC756431-CEDA-46D6-BF15-C78D8FE643D2}">
      <dgm:prSet/>
      <dgm:spPr/>
      <dgm:t>
        <a:bodyPr/>
        <a:lstStyle/>
        <a:p>
          <a:endParaRPr lang="en-IN"/>
        </a:p>
      </dgm:t>
    </dgm:pt>
    <dgm:pt modelId="{28065A66-D1C9-441F-81E7-D26478F9AC1B}">
      <dgm:prSet phldrT="[Text]" phldr="0"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Feature Extraction: - </a:t>
          </a:r>
          <a:b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b="0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Extraction of targeted spectral, index, and SAR backscatter features.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72D288-AB6E-4BA6-A460-E9D5F944B4D9}" type="parTrans" cxnId="{574FFEEB-18E4-4B94-837C-5A618E85E8D4}">
      <dgm:prSet/>
      <dgm:spPr/>
      <dgm:t>
        <a:bodyPr/>
        <a:lstStyle/>
        <a:p>
          <a:endParaRPr lang="en-IN"/>
        </a:p>
      </dgm:t>
    </dgm:pt>
    <dgm:pt modelId="{60FC3ABC-6E3D-4E0B-BAFE-7BCBC963F0A1}" type="sibTrans" cxnId="{574FFEEB-18E4-4B94-837C-5A618E85E8D4}">
      <dgm:prSet/>
      <dgm:spPr/>
      <dgm:t>
        <a:bodyPr/>
        <a:lstStyle/>
        <a:p>
          <a:endParaRPr lang="en-IN"/>
        </a:p>
      </dgm:t>
    </dgm:pt>
    <dgm:pt modelId="{7CABA0B7-3D08-430C-933B-B32C24B4D0BF}">
      <dgm:prSet phldrT="[Text]"/>
      <dgm:spPr/>
      <dgm:t>
        <a:bodyPr/>
        <a:lstStyle/>
        <a:p>
          <a:r>
            <a:rPr lang="en-US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Ground Truth Split: - </a:t>
          </a:r>
          <a:br>
            <a:rPr lang="en-US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</a:br>
          <a:r>
            <a:rPr lang="en-US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70%</a:t>
          </a:r>
          <a:r>
            <a:rPr lang="en-US" b="0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designated for training, </a:t>
          </a:r>
          <a:r>
            <a:rPr lang="en-US" b="1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30%</a:t>
          </a:r>
          <a:r>
            <a:rPr lang="en-US" b="0" i="0" u="none" strike="noStrike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for independent testing.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AC3525-8B5D-402B-A67F-07FC448094F3}" type="parTrans" cxnId="{FEAF18B6-1A99-4AE0-850E-46CD315778E9}">
      <dgm:prSet/>
      <dgm:spPr/>
      <dgm:t>
        <a:bodyPr/>
        <a:lstStyle/>
        <a:p>
          <a:endParaRPr lang="en-IN"/>
        </a:p>
      </dgm:t>
    </dgm:pt>
    <dgm:pt modelId="{BD15F28E-0258-4EF2-9A85-2196DE9033C2}" type="sibTrans" cxnId="{FEAF18B6-1A99-4AE0-850E-46CD315778E9}">
      <dgm:prSet/>
      <dgm:spPr/>
      <dgm:t>
        <a:bodyPr/>
        <a:lstStyle/>
        <a:p>
          <a:endParaRPr lang="en-IN"/>
        </a:p>
      </dgm:t>
    </dgm:pt>
    <dgm:pt modelId="{5A4A8272-3D78-4831-8476-519623462BB2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ML Classification:- </a:t>
          </a:r>
          <a:b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Model deployment and training 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73A489-5866-4F6E-A2F2-BE66DF5B2FBD}" type="parTrans" cxnId="{DD437311-8EE7-40C9-A8F5-18A3F651C265}">
      <dgm:prSet/>
      <dgm:spPr/>
      <dgm:t>
        <a:bodyPr/>
        <a:lstStyle/>
        <a:p>
          <a:endParaRPr lang="en-IN"/>
        </a:p>
      </dgm:t>
    </dgm:pt>
    <dgm:pt modelId="{44A86F67-601C-426B-80F6-F61D1A0AD7CA}" type="sibTrans" cxnId="{DD437311-8EE7-40C9-A8F5-18A3F651C265}">
      <dgm:prSet/>
      <dgm:spPr/>
      <dgm:t>
        <a:bodyPr/>
        <a:lstStyle/>
        <a:p>
          <a:endParaRPr lang="en-IN"/>
        </a:p>
      </dgm:t>
    </dgm:pt>
    <dgm:pt modelId="{6E7217CF-7C24-46DB-82DF-6DF712340BB7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Accuracy Assessment: -  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Validation against Ground Truth </a:t>
          </a:r>
        </a:p>
      </dgm:t>
    </dgm:pt>
    <dgm:pt modelId="{3060628B-FEE1-4039-9122-0BFF00805171}" type="parTrans" cxnId="{606A5069-E4CB-4E27-B159-40403D42B5AF}">
      <dgm:prSet/>
      <dgm:spPr/>
      <dgm:t>
        <a:bodyPr/>
        <a:lstStyle/>
        <a:p>
          <a:endParaRPr lang="en-IN"/>
        </a:p>
      </dgm:t>
    </dgm:pt>
    <dgm:pt modelId="{7B6F0C58-9BDA-410D-ACBB-4F6703FB4EE3}" type="sibTrans" cxnId="{606A5069-E4CB-4E27-B159-40403D42B5AF}">
      <dgm:prSet/>
      <dgm:spPr/>
      <dgm:t>
        <a:bodyPr/>
        <a:lstStyle/>
        <a:p>
          <a:endParaRPr lang="en-IN"/>
        </a:p>
      </dgm:t>
    </dgm:pt>
    <dgm:pt modelId="{9F280BFD-C436-4BB8-9CE0-0BF970B1A421}" type="pres">
      <dgm:prSet presAssocID="{FFBDD434-3A47-437D-A251-6E45B74526CE}" presName="Name0" presStyleCnt="0">
        <dgm:presLayoutVars>
          <dgm:chMax val="7"/>
          <dgm:chPref val="5"/>
        </dgm:presLayoutVars>
      </dgm:prSet>
      <dgm:spPr/>
    </dgm:pt>
    <dgm:pt modelId="{D6FC9CB4-131C-40B4-8A23-C229F7A1E99F}" type="pres">
      <dgm:prSet presAssocID="{FFBDD434-3A47-437D-A251-6E45B74526CE}" presName="arrowNode" presStyleLbl="node1" presStyleIdx="0" presStyleCnt="1"/>
      <dgm:spPr/>
    </dgm:pt>
    <dgm:pt modelId="{CE971F22-EEDA-4E94-84D0-09A3A30E855D}" type="pres">
      <dgm:prSet presAssocID="{AD6444D4-C030-40F8-98AC-6228AD168504}" presName="txNode1" presStyleLbl="revTx" presStyleIdx="0" presStyleCnt="5">
        <dgm:presLayoutVars>
          <dgm:bulletEnabled val="1"/>
        </dgm:presLayoutVars>
      </dgm:prSet>
      <dgm:spPr/>
    </dgm:pt>
    <dgm:pt modelId="{A1CF4B62-E142-4C00-ABDC-02300463887F}" type="pres">
      <dgm:prSet presAssocID="{28065A66-D1C9-441F-81E7-D26478F9AC1B}" presName="txNode2" presStyleLbl="revTx" presStyleIdx="1" presStyleCnt="5">
        <dgm:presLayoutVars>
          <dgm:bulletEnabled val="1"/>
        </dgm:presLayoutVars>
      </dgm:prSet>
      <dgm:spPr/>
    </dgm:pt>
    <dgm:pt modelId="{3FC29E9C-C2C5-48C1-9771-E323C0F5BEA1}" type="pres">
      <dgm:prSet presAssocID="{60FC3ABC-6E3D-4E0B-BAFE-7BCBC963F0A1}" presName="dotNode2" presStyleCnt="0"/>
      <dgm:spPr/>
    </dgm:pt>
    <dgm:pt modelId="{306F2B1E-A975-4EDF-8FC1-A946EBB97F8B}" type="pres">
      <dgm:prSet presAssocID="{60FC3ABC-6E3D-4E0B-BAFE-7BCBC963F0A1}" presName="dotRepeatNode" presStyleLbl="fgShp" presStyleIdx="0" presStyleCnt="3"/>
      <dgm:spPr/>
    </dgm:pt>
    <dgm:pt modelId="{2B1182E7-BDA3-434F-B4F7-4BE3DD80C3D1}" type="pres">
      <dgm:prSet presAssocID="{7CABA0B7-3D08-430C-933B-B32C24B4D0BF}" presName="txNode3" presStyleLbl="revTx" presStyleIdx="2" presStyleCnt="5">
        <dgm:presLayoutVars>
          <dgm:bulletEnabled val="1"/>
        </dgm:presLayoutVars>
      </dgm:prSet>
      <dgm:spPr/>
    </dgm:pt>
    <dgm:pt modelId="{F257393E-5A63-4F99-BC2C-E925807584CE}" type="pres">
      <dgm:prSet presAssocID="{BD15F28E-0258-4EF2-9A85-2196DE9033C2}" presName="dotNode3" presStyleCnt="0"/>
      <dgm:spPr/>
    </dgm:pt>
    <dgm:pt modelId="{AD1B4321-B4CB-452D-B827-14A1C1E1539D}" type="pres">
      <dgm:prSet presAssocID="{BD15F28E-0258-4EF2-9A85-2196DE9033C2}" presName="dotRepeatNode" presStyleLbl="fgShp" presStyleIdx="1" presStyleCnt="3"/>
      <dgm:spPr/>
    </dgm:pt>
    <dgm:pt modelId="{6C5F1EBF-22D1-423F-BEF9-879CE98A1499}" type="pres">
      <dgm:prSet presAssocID="{5A4A8272-3D78-4831-8476-519623462BB2}" presName="txNode4" presStyleLbl="revTx" presStyleIdx="3" presStyleCnt="5">
        <dgm:presLayoutVars>
          <dgm:bulletEnabled val="1"/>
        </dgm:presLayoutVars>
      </dgm:prSet>
      <dgm:spPr/>
    </dgm:pt>
    <dgm:pt modelId="{396E6EB2-CCA0-4478-8271-07B879B5C517}" type="pres">
      <dgm:prSet presAssocID="{44A86F67-601C-426B-80F6-F61D1A0AD7CA}" presName="dotNode4" presStyleCnt="0"/>
      <dgm:spPr/>
    </dgm:pt>
    <dgm:pt modelId="{AEA0FA19-B4B6-485A-9C5B-A4EFB9561E67}" type="pres">
      <dgm:prSet presAssocID="{44A86F67-601C-426B-80F6-F61D1A0AD7CA}" presName="dotRepeatNode" presStyleLbl="fgShp" presStyleIdx="2" presStyleCnt="3"/>
      <dgm:spPr/>
    </dgm:pt>
    <dgm:pt modelId="{92A33D2F-A660-470B-9EF9-747CB26F9502}" type="pres">
      <dgm:prSet presAssocID="{6E7217CF-7C24-46DB-82DF-6DF712340BB7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DD437311-8EE7-40C9-A8F5-18A3F651C265}" srcId="{FFBDD434-3A47-437D-A251-6E45B74526CE}" destId="{5A4A8272-3D78-4831-8476-519623462BB2}" srcOrd="3" destOrd="0" parTransId="{C673A489-5866-4F6E-A2F2-BE66DF5B2FBD}" sibTransId="{44A86F67-601C-426B-80F6-F61D1A0AD7CA}"/>
    <dgm:cxn modelId="{D71E1019-188E-4E00-BF42-789CD26729C2}" type="presOf" srcId="{60FC3ABC-6E3D-4E0B-BAFE-7BCBC963F0A1}" destId="{306F2B1E-A975-4EDF-8FC1-A946EBB97F8B}" srcOrd="0" destOrd="0" presId="urn:microsoft.com/office/officeart/2009/3/layout/DescendingProcess"/>
    <dgm:cxn modelId="{30DFBA21-4C49-4891-9887-D28741D78CDC}" type="presOf" srcId="{28065A66-D1C9-441F-81E7-D26478F9AC1B}" destId="{A1CF4B62-E142-4C00-ABDC-02300463887F}" srcOrd="0" destOrd="0" presId="urn:microsoft.com/office/officeart/2009/3/layout/DescendingProcess"/>
    <dgm:cxn modelId="{BC756431-CEDA-46D6-BF15-C78D8FE643D2}" srcId="{FFBDD434-3A47-437D-A251-6E45B74526CE}" destId="{AD6444D4-C030-40F8-98AC-6228AD168504}" srcOrd="0" destOrd="0" parTransId="{10213777-7B75-4646-8252-21DE9FD55095}" sibTransId="{40E762DD-45E1-4787-BAD9-8151F194E2F1}"/>
    <dgm:cxn modelId="{606A5069-E4CB-4E27-B159-40403D42B5AF}" srcId="{FFBDD434-3A47-437D-A251-6E45B74526CE}" destId="{6E7217CF-7C24-46DB-82DF-6DF712340BB7}" srcOrd="4" destOrd="0" parTransId="{3060628B-FEE1-4039-9122-0BFF00805171}" sibTransId="{7B6F0C58-9BDA-410D-ACBB-4F6703FB4EE3}"/>
    <dgm:cxn modelId="{803DB192-026A-479D-B5ED-3C813E7F4D8B}" type="presOf" srcId="{5A4A8272-3D78-4831-8476-519623462BB2}" destId="{6C5F1EBF-22D1-423F-BEF9-879CE98A1499}" srcOrd="0" destOrd="0" presId="urn:microsoft.com/office/officeart/2009/3/layout/DescendingProcess"/>
    <dgm:cxn modelId="{8E086796-004D-47CD-9D9F-F4597885F106}" type="presOf" srcId="{AD6444D4-C030-40F8-98AC-6228AD168504}" destId="{CE971F22-EEDA-4E94-84D0-09A3A30E855D}" srcOrd="0" destOrd="0" presId="urn:microsoft.com/office/officeart/2009/3/layout/DescendingProcess"/>
    <dgm:cxn modelId="{83687299-43B6-4A48-BC3E-F9DBC1DE40BC}" type="presOf" srcId="{FFBDD434-3A47-437D-A251-6E45B74526CE}" destId="{9F280BFD-C436-4BB8-9CE0-0BF970B1A421}" srcOrd="0" destOrd="0" presId="urn:microsoft.com/office/officeart/2009/3/layout/DescendingProcess"/>
    <dgm:cxn modelId="{FEAF18B6-1A99-4AE0-850E-46CD315778E9}" srcId="{FFBDD434-3A47-437D-A251-6E45B74526CE}" destId="{7CABA0B7-3D08-430C-933B-B32C24B4D0BF}" srcOrd="2" destOrd="0" parTransId="{76AC3525-8B5D-402B-A67F-07FC448094F3}" sibTransId="{BD15F28E-0258-4EF2-9A85-2196DE9033C2}"/>
    <dgm:cxn modelId="{C6014EB8-9678-4BE9-AD41-A77753B2E0FC}" type="presOf" srcId="{BD15F28E-0258-4EF2-9A85-2196DE9033C2}" destId="{AD1B4321-B4CB-452D-B827-14A1C1E1539D}" srcOrd="0" destOrd="0" presId="urn:microsoft.com/office/officeart/2009/3/layout/DescendingProcess"/>
    <dgm:cxn modelId="{76A76BC0-0437-4BCC-BF88-DBC8382A2F69}" type="presOf" srcId="{6E7217CF-7C24-46DB-82DF-6DF712340BB7}" destId="{92A33D2F-A660-470B-9EF9-747CB26F9502}" srcOrd="0" destOrd="0" presId="urn:microsoft.com/office/officeart/2009/3/layout/DescendingProcess"/>
    <dgm:cxn modelId="{862227C2-3E2D-4A72-8F51-3CE9D97AE66C}" type="presOf" srcId="{7CABA0B7-3D08-430C-933B-B32C24B4D0BF}" destId="{2B1182E7-BDA3-434F-B4F7-4BE3DD80C3D1}" srcOrd="0" destOrd="0" presId="urn:microsoft.com/office/officeart/2009/3/layout/DescendingProcess"/>
    <dgm:cxn modelId="{574FFEEB-18E4-4B94-837C-5A618E85E8D4}" srcId="{FFBDD434-3A47-437D-A251-6E45B74526CE}" destId="{28065A66-D1C9-441F-81E7-D26478F9AC1B}" srcOrd="1" destOrd="0" parTransId="{0D72D288-AB6E-4BA6-A460-E9D5F944B4D9}" sibTransId="{60FC3ABC-6E3D-4E0B-BAFE-7BCBC963F0A1}"/>
    <dgm:cxn modelId="{3F8984F3-B3FB-45E0-9C06-921BA84FAE4A}" type="presOf" srcId="{44A86F67-601C-426B-80F6-F61D1A0AD7CA}" destId="{AEA0FA19-B4B6-485A-9C5B-A4EFB9561E67}" srcOrd="0" destOrd="0" presId="urn:microsoft.com/office/officeart/2009/3/layout/DescendingProcess"/>
    <dgm:cxn modelId="{FEE0B630-74F3-4BBC-AAA8-88617B78D990}" type="presParOf" srcId="{9F280BFD-C436-4BB8-9CE0-0BF970B1A421}" destId="{D6FC9CB4-131C-40B4-8A23-C229F7A1E99F}" srcOrd="0" destOrd="0" presId="urn:microsoft.com/office/officeart/2009/3/layout/DescendingProcess"/>
    <dgm:cxn modelId="{A75138B6-F2D7-4FF4-B831-63F5CCF0E61A}" type="presParOf" srcId="{9F280BFD-C436-4BB8-9CE0-0BF970B1A421}" destId="{CE971F22-EEDA-4E94-84D0-09A3A30E855D}" srcOrd="1" destOrd="0" presId="urn:microsoft.com/office/officeart/2009/3/layout/DescendingProcess"/>
    <dgm:cxn modelId="{C20E40A6-AA80-47B3-934F-C9AABB3F24E8}" type="presParOf" srcId="{9F280BFD-C436-4BB8-9CE0-0BF970B1A421}" destId="{A1CF4B62-E142-4C00-ABDC-02300463887F}" srcOrd="2" destOrd="0" presId="urn:microsoft.com/office/officeart/2009/3/layout/DescendingProcess"/>
    <dgm:cxn modelId="{D97129E2-5152-46A3-9BF1-49D1B0981FD5}" type="presParOf" srcId="{9F280BFD-C436-4BB8-9CE0-0BF970B1A421}" destId="{3FC29E9C-C2C5-48C1-9771-E323C0F5BEA1}" srcOrd="3" destOrd="0" presId="urn:microsoft.com/office/officeart/2009/3/layout/DescendingProcess"/>
    <dgm:cxn modelId="{1529E1F8-3C25-4654-84AF-0E72FE0A17EB}" type="presParOf" srcId="{3FC29E9C-C2C5-48C1-9771-E323C0F5BEA1}" destId="{306F2B1E-A975-4EDF-8FC1-A946EBB97F8B}" srcOrd="0" destOrd="0" presId="urn:microsoft.com/office/officeart/2009/3/layout/DescendingProcess"/>
    <dgm:cxn modelId="{00E8FAEA-F55D-42AB-B7D0-EAAAC06D58BE}" type="presParOf" srcId="{9F280BFD-C436-4BB8-9CE0-0BF970B1A421}" destId="{2B1182E7-BDA3-434F-B4F7-4BE3DD80C3D1}" srcOrd="4" destOrd="0" presId="urn:microsoft.com/office/officeart/2009/3/layout/DescendingProcess"/>
    <dgm:cxn modelId="{C095D338-864C-449A-9518-98671F4CF4A7}" type="presParOf" srcId="{9F280BFD-C436-4BB8-9CE0-0BF970B1A421}" destId="{F257393E-5A63-4F99-BC2C-E925807584CE}" srcOrd="5" destOrd="0" presId="urn:microsoft.com/office/officeart/2009/3/layout/DescendingProcess"/>
    <dgm:cxn modelId="{1114D0E7-6551-416D-A6BC-3138FCBFA3F3}" type="presParOf" srcId="{F257393E-5A63-4F99-BC2C-E925807584CE}" destId="{AD1B4321-B4CB-452D-B827-14A1C1E1539D}" srcOrd="0" destOrd="0" presId="urn:microsoft.com/office/officeart/2009/3/layout/DescendingProcess"/>
    <dgm:cxn modelId="{6207B7F0-1141-48C5-8736-7E7C9D9BCBA1}" type="presParOf" srcId="{9F280BFD-C436-4BB8-9CE0-0BF970B1A421}" destId="{6C5F1EBF-22D1-423F-BEF9-879CE98A1499}" srcOrd="6" destOrd="0" presId="urn:microsoft.com/office/officeart/2009/3/layout/DescendingProcess"/>
    <dgm:cxn modelId="{0DCA0F62-CB6D-4077-8D45-2DD438C5B597}" type="presParOf" srcId="{9F280BFD-C436-4BB8-9CE0-0BF970B1A421}" destId="{396E6EB2-CCA0-4478-8271-07B879B5C517}" srcOrd="7" destOrd="0" presId="urn:microsoft.com/office/officeart/2009/3/layout/DescendingProcess"/>
    <dgm:cxn modelId="{32357934-16EF-4A43-AAE0-66DF60D8D5BE}" type="presParOf" srcId="{396E6EB2-CCA0-4478-8271-07B879B5C517}" destId="{AEA0FA19-B4B6-485A-9C5B-A4EFB9561E67}" srcOrd="0" destOrd="0" presId="urn:microsoft.com/office/officeart/2009/3/layout/DescendingProcess"/>
    <dgm:cxn modelId="{BE1912E9-D711-436A-930F-0395847FFCC2}" type="presParOf" srcId="{9F280BFD-C436-4BB8-9CE0-0BF970B1A421}" destId="{92A33D2F-A660-470B-9EF9-747CB26F9502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2F533-C142-464F-8617-76298B75D876}">
      <dsp:nvSpPr>
        <dsp:cNvPr id="0" name=""/>
        <dsp:cNvSpPr/>
      </dsp:nvSpPr>
      <dsp:spPr>
        <a:xfrm>
          <a:off x="0" y="406773"/>
          <a:ext cx="81280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F3542-3617-459D-BF9E-C2B9D4D621A2}">
      <dsp:nvSpPr>
        <dsp:cNvPr id="0" name=""/>
        <dsp:cNvSpPr/>
      </dsp:nvSpPr>
      <dsp:spPr>
        <a:xfrm>
          <a:off x="406400" y="52533"/>
          <a:ext cx="5689600" cy="708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Compare Performance:</a:t>
          </a:r>
          <a:r>
            <a:rPr lang="en-US" sz="18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Evaluate the capabilities of different satellite sensors.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0985" y="87118"/>
        <a:ext cx="5620430" cy="639310"/>
      </dsp:txXfrm>
    </dsp:sp>
    <dsp:sp modelId="{91355EA5-8C0E-4668-9617-9424C87EFA25}">
      <dsp:nvSpPr>
        <dsp:cNvPr id="0" name=""/>
        <dsp:cNvSpPr/>
      </dsp:nvSpPr>
      <dsp:spPr>
        <a:xfrm>
          <a:off x="0" y="1495413"/>
          <a:ext cx="81280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986E9-5EAB-4049-A945-9788ECF0A8B2}">
      <dsp:nvSpPr>
        <dsp:cNvPr id="0" name=""/>
        <dsp:cNvSpPr/>
      </dsp:nvSpPr>
      <dsp:spPr>
        <a:xfrm>
          <a:off x="406400" y="1141173"/>
          <a:ext cx="5689600" cy="708480"/>
        </a:xfrm>
        <a:prstGeom prst="round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Evaluate Modalities:</a:t>
          </a:r>
          <a:r>
            <a:rPr lang="en-US" sz="18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Compare single-date versus temporal (time-series) data.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0985" y="1175758"/>
        <a:ext cx="5620430" cy="639310"/>
      </dsp:txXfrm>
    </dsp:sp>
    <dsp:sp modelId="{68CFEDA9-68E8-4D8C-ADB8-8DF7A0611CA2}">
      <dsp:nvSpPr>
        <dsp:cNvPr id="0" name=""/>
        <dsp:cNvSpPr/>
      </dsp:nvSpPr>
      <dsp:spPr>
        <a:xfrm>
          <a:off x="0" y="2584053"/>
          <a:ext cx="81280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9542A-E5C7-44A6-A786-84CA9E87E37C}">
      <dsp:nvSpPr>
        <dsp:cNvPr id="0" name=""/>
        <dsp:cNvSpPr/>
      </dsp:nvSpPr>
      <dsp:spPr>
        <a:xfrm>
          <a:off x="406400" y="2229813"/>
          <a:ext cx="5689600" cy="70848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Compare ML Algorithms:</a:t>
          </a:r>
          <a:r>
            <a:rPr lang="en-US" sz="18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Assess Random Forest, CART, GTB, and SVM.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0985" y="2264398"/>
        <a:ext cx="5620430" cy="639310"/>
      </dsp:txXfrm>
    </dsp:sp>
    <dsp:sp modelId="{1E324FC1-ED99-433E-9838-559D8B6258F9}">
      <dsp:nvSpPr>
        <dsp:cNvPr id="0" name=""/>
        <dsp:cNvSpPr/>
      </dsp:nvSpPr>
      <dsp:spPr>
        <a:xfrm>
          <a:off x="0" y="3672693"/>
          <a:ext cx="81280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5F13B-8014-47DC-B5A9-497C97F0F169}">
      <dsp:nvSpPr>
        <dsp:cNvPr id="0" name=""/>
        <dsp:cNvSpPr/>
      </dsp:nvSpPr>
      <dsp:spPr>
        <a:xfrm>
          <a:off x="406400" y="3318453"/>
          <a:ext cx="5689600" cy="708480"/>
        </a:xfrm>
        <a:prstGeom prst="round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Identify Best Model:</a:t>
          </a:r>
          <a:r>
            <a:rPr lang="en-US" sz="1800" b="0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Find the most robust model for crop classification.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0985" y="3353038"/>
        <a:ext cx="5620430" cy="639310"/>
      </dsp:txXfrm>
    </dsp:sp>
    <dsp:sp modelId="{138805A1-0574-45E0-9C67-C0FA204B3D54}">
      <dsp:nvSpPr>
        <dsp:cNvPr id="0" name=""/>
        <dsp:cNvSpPr/>
      </dsp:nvSpPr>
      <dsp:spPr>
        <a:xfrm>
          <a:off x="0" y="4761333"/>
          <a:ext cx="81280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DF946-115D-48DA-87F0-B8D3347A7659}">
      <dsp:nvSpPr>
        <dsp:cNvPr id="0" name=""/>
        <dsp:cNvSpPr/>
      </dsp:nvSpPr>
      <dsp:spPr>
        <a:xfrm>
          <a:off x="406400" y="4407093"/>
          <a:ext cx="5689600" cy="70848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Generate Accurate Maps:</a:t>
          </a:r>
          <a:r>
            <a:rPr lang="en-US" sz="18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Produce reliable spatial crop distribution maps.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0985" y="4441678"/>
        <a:ext cx="5620430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7E3B6-7816-4720-B21E-A093A2747219}">
      <dsp:nvSpPr>
        <dsp:cNvPr id="0" name=""/>
        <dsp:cNvSpPr/>
      </dsp:nvSpPr>
      <dsp:spPr>
        <a:xfrm>
          <a:off x="2894" y="0"/>
          <a:ext cx="524014" cy="524014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0B9A1F5-D501-45F4-9B6B-AD7B45638C01}">
      <dsp:nvSpPr>
        <dsp:cNvPr id="0" name=""/>
        <dsp:cNvSpPr/>
      </dsp:nvSpPr>
      <dsp:spPr>
        <a:xfrm>
          <a:off x="55295" y="52401"/>
          <a:ext cx="419211" cy="419211"/>
        </a:xfrm>
        <a:prstGeom prst="chord">
          <a:avLst>
            <a:gd name="adj1" fmla="val 0"/>
            <a:gd name="adj2" fmla="val 1080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7DEBDA-A489-4220-86EC-973332AA2801}">
      <dsp:nvSpPr>
        <dsp:cNvPr id="0" name=""/>
        <dsp:cNvSpPr/>
      </dsp:nvSpPr>
      <dsp:spPr>
        <a:xfrm>
          <a:off x="636078" y="524014"/>
          <a:ext cx="1550208" cy="2205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Wheat, Mustard, Gram, Field Pea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6078" y="524014"/>
        <a:ext cx="1550208" cy="2205226"/>
      </dsp:txXfrm>
    </dsp:sp>
    <dsp:sp modelId="{99B6D37E-3F10-4558-885C-A4D5197822B1}">
      <dsp:nvSpPr>
        <dsp:cNvPr id="0" name=""/>
        <dsp:cNvSpPr/>
      </dsp:nvSpPr>
      <dsp:spPr>
        <a:xfrm>
          <a:off x="636078" y="0"/>
          <a:ext cx="1550208" cy="524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🌾 Crops Evaluated: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6078" y="0"/>
        <a:ext cx="1550208" cy="524014"/>
      </dsp:txXfrm>
    </dsp:sp>
    <dsp:sp modelId="{283A8BD3-931C-4889-9FAB-C38411A445D0}">
      <dsp:nvSpPr>
        <dsp:cNvPr id="0" name=""/>
        <dsp:cNvSpPr/>
      </dsp:nvSpPr>
      <dsp:spPr>
        <a:xfrm>
          <a:off x="2295456" y="0"/>
          <a:ext cx="524014" cy="524014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D9DA8B-7382-4BE5-AF29-D4CD14F8014E}">
      <dsp:nvSpPr>
        <dsp:cNvPr id="0" name=""/>
        <dsp:cNvSpPr/>
      </dsp:nvSpPr>
      <dsp:spPr>
        <a:xfrm>
          <a:off x="2347857" y="52401"/>
          <a:ext cx="419211" cy="419211"/>
        </a:xfrm>
        <a:prstGeom prst="chord">
          <a:avLst>
            <a:gd name="adj1" fmla="val 16200000"/>
            <a:gd name="adj2" fmla="val 1620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3E86CA-4A5E-487A-98CA-216924D551BA}">
      <dsp:nvSpPr>
        <dsp:cNvPr id="0" name=""/>
        <dsp:cNvSpPr/>
      </dsp:nvSpPr>
      <dsp:spPr>
        <a:xfrm>
          <a:off x="2928640" y="524014"/>
          <a:ext cx="1550208" cy="2205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Forest, Water, Settlement, Barren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28640" y="524014"/>
        <a:ext cx="1550208" cy="2205226"/>
      </dsp:txXfrm>
    </dsp:sp>
    <dsp:sp modelId="{7B1BB57B-D7AE-4835-BEAD-E7ED58161F43}">
      <dsp:nvSpPr>
        <dsp:cNvPr id="0" name=""/>
        <dsp:cNvSpPr/>
      </dsp:nvSpPr>
      <dsp:spPr>
        <a:xfrm>
          <a:off x="2928640" y="0"/>
          <a:ext cx="1550208" cy="524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🌳 Other Classes: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28640" y="0"/>
        <a:ext cx="1550208" cy="5240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9D29C-6961-4693-9587-0C195753D2BB}">
      <dsp:nvSpPr>
        <dsp:cNvPr id="0" name=""/>
        <dsp:cNvSpPr/>
      </dsp:nvSpPr>
      <dsp:spPr>
        <a:xfrm>
          <a:off x="0" y="0"/>
          <a:ext cx="3813048" cy="2148840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 Metrics </a:t>
          </a:r>
        </a:p>
      </dsp:txBody>
      <dsp:txXfrm>
        <a:off x="0" y="0"/>
        <a:ext cx="3813048" cy="1160373"/>
      </dsp:txXfrm>
    </dsp:sp>
    <dsp:sp modelId="{DF6D5D7B-50D9-49D0-83EF-E4CDB58BBDC3}">
      <dsp:nvSpPr>
        <dsp:cNvPr id="0" name=""/>
        <dsp:cNvSpPr/>
      </dsp:nvSpPr>
      <dsp:spPr>
        <a:xfrm>
          <a:off x="0" y="1117396"/>
          <a:ext cx="1906524" cy="988466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Overall Accuracy</a:t>
          </a:r>
        </a:p>
      </dsp:txBody>
      <dsp:txXfrm>
        <a:off x="0" y="1117396"/>
        <a:ext cx="1906524" cy="988466"/>
      </dsp:txXfrm>
    </dsp:sp>
    <dsp:sp modelId="{C2D911F8-BBF2-47D6-9D3C-EF9B941EE762}">
      <dsp:nvSpPr>
        <dsp:cNvPr id="0" name=""/>
        <dsp:cNvSpPr/>
      </dsp:nvSpPr>
      <dsp:spPr>
        <a:xfrm>
          <a:off x="1906524" y="1117396"/>
          <a:ext cx="1906524" cy="988466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-4000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Kappa Coefficient </a:t>
          </a:r>
        </a:p>
      </dsp:txBody>
      <dsp:txXfrm>
        <a:off x="1906524" y="1117396"/>
        <a:ext cx="1906524" cy="9884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0B003-436A-4C9C-83CB-65EC07E61273}">
      <dsp:nvSpPr>
        <dsp:cNvPr id="0" name=""/>
        <dsp:cNvSpPr/>
      </dsp:nvSpPr>
      <dsp:spPr>
        <a:xfrm>
          <a:off x="865" y="0"/>
          <a:ext cx="2251180" cy="4738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Spectral Bands </a:t>
          </a:r>
        </a:p>
      </dsp:txBody>
      <dsp:txXfrm>
        <a:off x="865" y="0"/>
        <a:ext cx="2251180" cy="1421447"/>
      </dsp:txXfrm>
    </dsp:sp>
    <dsp:sp modelId="{75FBEA57-359A-4509-B34F-16BF3E179838}">
      <dsp:nvSpPr>
        <dsp:cNvPr id="0" name=""/>
        <dsp:cNvSpPr/>
      </dsp:nvSpPr>
      <dsp:spPr>
        <a:xfrm>
          <a:off x="225983" y="1421447"/>
          <a:ext cx="1800944" cy="30798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Standard raw reflectance data across multiple wavelengths.</a:t>
          </a:r>
          <a:endParaRPr lang="en-IN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8731" y="1474195"/>
        <a:ext cx="1695448" cy="2974306"/>
      </dsp:txXfrm>
    </dsp:sp>
    <dsp:sp modelId="{206AB919-8781-4A1C-BC03-5DD5FC44C708}">
      <dsp:nvSpPr>
        <dsp:cNvPr id="0" name=""/>
        <dsp:cNvSpPr/>
      </dsp:nvSpPr>
      <dsp:spPr>
        <a:xfrm>
          <a:off x="2420884" y="0"/>
          <a:ext cx="2251180" cy="4738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Vegetation Indices</a:t>
          </a:r>
        </a:p>
      </dsp:txBody>
      <dsp:txXfrm>
        <a:off x="2420884" y="0"/>
        <a:ext cx="2251180" cy="1421447"/>
      </dsp:txXfrm>
    </dsp:sp>
    <dsp:sp modelId="{F7DCA33D-263E-4113-98A7-D2387334423A}">
      <dsp:nvSpPr>
        <dsp:cNvPr id="0" name=""/>
        <dsp:cNvSpPr/>
      </dsp:nvSpPr>
      <dsp:spPr>
        <a:xfrm>
          <a:off x="2646002" y="1421447"/>
          <a:ext cx="1800944" cy="30798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NDVI, EVI, NDWI, SAVI, LSWI</a:t>
          </a:r>
          <a:r>
            <a:rPr lang="en-US" sz="23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used to track health and moisture.</a:t>
          </a:r>
          <a:endParaRPr lang="en-IN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8750" y="1474195"/>
        <a:ext cx="1695448" cy="2974306"/>
      </dsp:txXfrm>
    </dsp:sp>
    <dsp:sp modelId="{589FA525-24E8-4755-978B-F3AA5C473961}">
      <dsp:nvSpPr>
        <dsp:cNvPr id="0" name=""/>
        <dsp:cNvSpPr/>
      </dsp:nvSpPr>
      <dsp:spPr>
        <a:xfrm>
          <a:off x="4840903" y="0"/>
          <a:ext cx="2251180" cy="47381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SAR Features </a:t>
          </a:r>
        </a:p>
      </dsp:txBody>
      <dsp:txXfrm>
        <a:off x="4840903" y="0"/>
        <a:ext cx="2251180" cy="1421447"/>
      </dsp:txXfrm>
    </dsp:sp>
    <dsp:sp modelId="{1EC007EF-3C66-4C2D-8BCF-E6C208113141}">
      <dsp:nvSpPr>
        <dsp:cNvPr id="0" name=""/>
        <dsp:cNvSpPr/>
      </dsp:nvSpPr>
      <dsp:spPr>
        <a:xfrm>
          <a:off x="5066021" y="1421447"/>
          <a:ext cx="1800944" cy="30798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Structural and backscatter metrics: </a:t>
          </a:r>
          <a:r>
            <a:rPr lang="en-US" sz="23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VV, VH</a:t>
          </a:r>
          <a:r>
            <a:rPr lang="en-US" sz="23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, and the </a:t>
          </a:r>
          <a:r>
            <a:rPr lang="en-US" sz="2300" b="1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VV/VH ratio</a:t>
          </a:r>
          <a:r>
            <a:rPr lang="en-US" sz="2300" b="0" i="0" u="none" strike="noStrike" kern="1200" cap="none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.</a:t>
          </a:r>
          <a:endParaRPr lang="en-IN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18769" y="1474195"/>
        <a:ext cx="1695448" cy="29743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C9CB4-131C-40B4-8A23-C229F7A1E99F}">
      <dsp:nvSpPr>
        <dsp:cNvPr id="0" name=""/>
        <dsp:cNvSpPr/>
      </dsp:nvSpPr>
      <dsp:spPr>
        <a:xfrm rot="4396374">
          <a:off x="2118015" y="1171357"/>
          <a:ext cx="5081532" cy="3543735"/>
        </a:xfrm>
        <a:prstGeom prst="swooshArrow">
          <a:avLst>
            <a:gd name="adj1" fmla="val 16310"/>
            <a:gd name="adj2" fmla="val 31370"/>
          </a:avLst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06F2B1E-A975-4EDF-8FC1-A946EBB97F8B}">
      <dsp:nvSpPr>
        <dsp:cNvPr id="0" name=""/>
        <dsp:cNvSpPr/>
      </dsp:nvSpPr>
      <dsp:spPr>
        <a:xfrm>
          <a:off x="4021574" y="1634078"/>
          <a:ext cx="128324" cy="128324"/>
        </a:xfrm>
        <a:prstGeom prst="ellipse">
          <a:avLst/>
        </a:prstGeom>
        <a:gradFill rotWithShape="0">
          <a:gsLst>
            <a:gs pos="0">
              <a:schemeClr val="accent2">
                <a:tint val="55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55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55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AD1B4321-B4CB-452D-B827-14A1C1E1539D}">
      <dsp:nvSpPr>
        <dsp:cNvPr id="0" name=""/>
        <dsp:cNvSpPr/>
      </dsp:nvSpPr>
      <dsp:spPr>
        <a:xfrm>
          <a:off x="4900244" y="2342807"/>
          <a:ext cx="128324" cy="128324"/>
        </a:xfrm>
        <a:prstGeom prst="ellipse">
          <a:avLst/>
        </a:prstGeom>
        <a:gradFill rotWithShape="0">
          <a:gsLst>
            <a:gs pos="0">
              <a:schemeClr val="accent2">
                <a:tint val="55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55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55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AEA0FA19-B4B6-485A-9C5B-A4EFB9561E67}">
      <dsp:nvSpPr>
        <dsp:cNvPr id="0" name=""/>
        <dsp:cNvSpPr/>
      </dsp:nvSpPr>
      <dsp:spPr>
        <a:xfrm>
          <a:off x="5558761" y="3171619"/>
          <a:ext cx="128324" cy="128324"/>
        </a:xfrm>
        <a:prstGeom prst="ellipse">
          <a:avLst/>
        </a:prstGeom>
        <a:gradFill rotWithShape="0">
          <a:gsLst>
            <a:gs pos="0">
              <a:schemeClr val="accent2">
                <a:tint val="55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55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55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CE971F22-EEDA-4E94-84D0-09A3A30E855D}">
      <dsp:nvSpPr>
        <dsp:cNvPr id="0" name=""/>
        <dsp:cNvSpPr/>
      </dsp:nvSpPr>
      <dsp:spPr>
        <a:xfrm>
          <a:off x="1777364" y="0"/>
          <a:ext cx="2395785" cy="941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Preprocessing: -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Cloud masking and atmospheric correction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77364" y="0"/>
        <a:ext cx="2395785" cy="941832"/>
      </dsp:txXfrm>
    </dsp:sp>
    <dsp:sp modelId="{A1CF4B62-E142-4C00-ABDC-02300463887F}">
      <dsp:nvSpPr>
        <dsp:cNvPr id="0" name=""/>
        <dsp:cNvSpPr/>
      </dsp:nvSpPr>
      <dsp:spPr>
        <a:xfrm>
          <a:off x="4755908" y="1227324"/>
          <a:ext cx="3496551" cy="941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Feature Extraction: - </a:t>
          </a:r>
          <a:b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Extraction of targeted spectral, index, and SAR backscatter features.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5908" y="1227324"/>
        <a:ext cx="3496551" cy="941832"/>
      </dsp:txXfrm>
    </dsp:sp>
    <dsp:sp modelId="{2B1182E7-BDA3-434F-B4F7-4BE3DD80C3D1}">
      <dsp:nvSpPr>
        <dsp:cNvPr id="0" name=""/>
        <dsp:cNvSpPr/>
      </dsp:nvSpPr>
      <dsp:spPr>
        <a:xfrm>
          <a:off x="1777364" y="1936053"/>
          <a:ext cx="2784290" cy="941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Ground Truth Split: - </a:t>
          </a:r>
          <a:b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</a:br>
          <a: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70%</a:t>
          </a:r>
          <a:r>
            <a:rPr lang="en-US" sz="1800" b="0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designated for training, </a:t>
          </a:r>
          <a:r>
            <a:rPr lang="en-US" sz="1800" b="1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30%</a:t>
          </a:r>
          <a:r>
            <a:rPr lang="en-US" sz="1800" b="0" i="0" u="none" strike="noStrike" kern="1200" cap="none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rPr>
            <a:t> for independent testing.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77364" y="1936053"/>
        <a:ext cx="2784290" cy="941832"/>
      </dsp:txXfrm>
    </dsp:sp>
    <dsp:sp modelId="{6C5F1EBF-22D1-423F-BEF9-879CE98A1499}">
      <dsp:nvSpPr>
        <dsp:cNvPr id="0" name=""/>
        <dsp:cNvSpPr/>
      </dsp:nvSpPr>
      <dsp:spPr>
        <a:xfrm>
          <a:off x="6115678" y="2764865"/>
          <a:ext cx="2136781" cy="941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ML Classification:- </a:t>
          </a:r>
          <a:b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Model deployment and training 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15678" y="2764865"/>
        <a:ext cx="2136781" cy="941832"/>
      </dsp:txXfrm>
    </dsp:sp>
    <dsp:sp modelId="{92A33D2F-A660-470B-9EF9-747CB26F9502}">
      <dsp:nvSpPr>
        <dsp:cNvPr id="0" name=""/>
        <dsp:cNvSpPr/>
      </dsp:nvSpPr>
      <dsp:spPr>
        <a:xfrm>
          <a:off x="5014912" y="4944617"/>
          <a:ext cx="3237547" cy="941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 Assessment: -  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Validation against Ground Truth </a:t>
          </a:r>
        </a:p>
      </dsp:txBody>
      <dsp:txXfrm>
        <a:off x="5014912" y="4944617"/>
        <a:ext cx="3237547" cy="941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6A9DF-4259-4CD4-9912-61D998AC39D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2FF2C-7B94-411E-A2DA-57E64828F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44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8367-B032-2E49-80F1-8E4E9B746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C9135-C2C2-6E22-D989-ABA2704FB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B6628-4B1E-DCE3-7902-71248477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D6F3-8929-FEB5-3AA3-C89E90DC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4A086-B45B-A228-76C1-2E119C26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8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3BAF-40B5-2DFC-4320-4C90CDF8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0BEA0-B1C6-10CC-399D-15A640009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D083-FBF9-05EB-232C-D1C2A553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C652F-9FB7-843C-FD1F-7B466A23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90EC-9657-A8F5-48B1-DE714508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03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45A6-482C-4EA5-3A00-8EB41A96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C364-7CF7-3196-BBB1-2981AAD6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03878-BEF7-9809-4C0B-7C1648FB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ECA81-6333-9269-1693-84D4B741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603B9-F280-7EE0-5A1B-45471F5F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1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A7E6-1458-34D2-D808-8DB16148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DFD1-F262-3CFE-755E-7733E98EF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CBE90-20D5-9FF9-D62C-1DB17D4B7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CC26B-F3E7-9C48-711F-844A239F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790EC-5148-498F-657A-854B7CD2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B661B-9CAF-5A60-BF26-5D13067D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61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F43A-7C9D-8AA3-8683-40725340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25D87-8B39-246E-F8E9-6D4E0262B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EFC2-5B0F-B48C-D6AF-50D930058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294F0-42F8-9079-AAE8-B5E562DE0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A8E11-1BEF-CCC3-9915-191866CFE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6239D-B596-48AF-FD84-0A916AA4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2618B-8756-C75B-1A73-E81C0159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92D29-1CBF-9D1B-9B3D-4F087BF3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64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8822-BD65-888A-52A4-D60A40ED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BD6F8-9A39-AA84-0491-E8141D5D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B3F6-206C-E62C-B34D-9C8201C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9979C-C3F3-A981-A746-4129AF96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81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F4C5D-875A-4690-804A-3D94EB91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A6193-6B00-47BB-5350-B4F079D7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DDAB1-48BD-698D-C2A7-6D45B3A8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10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7C7E-D267-23C4-9D3B-6D233721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A67E7-8DBD-58C5-E8DA-D7345A9E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00EC1-7493-31EA-D79A-1BA9351E2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1B1A1-6C50-E29F-15A4-F4B228DB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F714-5080-291A-EB3A-1882DD37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4C826-385B-34DA-867C-21595AF9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23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C4E4-BB84-DCF0-3DE2-CB93305E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26917-5AD9-D90D-9B8A-4CE07EDFB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606DD-1C19-F957-8EA2-A1154252E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FDFE5-5434-7D14-D940-5E38E085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4F588-4F90-11E7-02E0-AAEAA863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F17A-38A1-C4AA-48FE-270784F2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3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789D-6F80-1EDE-EC4D-30AA521B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CA284-D9F1-7345-511A-013D4BBA8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B25A6-CD54-4239-08CC-1ADA5827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EB691-306D-7E80-CB48-3A88CFF0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B08EF-6863-2930-EFBB-AFA9A9F5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46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3D9544-5ED8-1711-B982-989460F4F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C627B-9667-ACEC-AA0B-8CD62D776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8512-7A2D-D969-618C-CF5CA7A81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8C28C-D25C-D5AF-5265-FE52370C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CA02-A886-99F4-C2AD-6A11C7BA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69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C5399-4B1E-17F6-81B9-C78DC28B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89313-E19C-1707-230D-5F3BDBC1A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CE93-0556-D4C9-54FA-74312C8BA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E1A2E-D525-41DE-B3B0-3A5FE4DDE1F9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B22C4-0936-22A2-0068-DE4EB17EB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D5CF2-A5E2-0366-95F9-A58C612AB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AFEFA-71D7-459A-A024-BB00E3F7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6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6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7.jp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gronomy14051084" TargetMode="External"/><Relationship Id="rId2" Type="http://schemas.openxmlformats.org/officeDocument/2006/relationships/hyperlink" Target="https://doi.org/10.1016/j.srs.2021.10001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80/24751839.2019.1694765" TargetMode="External"/><Relationship Id="rId5" Type="http://schemas.openxmlformats.org/officeDocument/2006/relationships/hyperlink" Target="https://doi.org/10.5194/isprs-archives-XLII-5-683-2018" TargetMode="External"/><Relationship Id="rId4" Type="http://schemas.openxmlformats.org/officeDocument/2006/relationships/hyperlink" Target="https://doi.org/10.1080/10106049.2020.1805029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6A212-D06B-8EB7-376F-475CA4BEA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059" y="0"/>
            <a:ext cx="66314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17D72A-3B71-BDA6-BA44-0CF5AE577AB7}"/>
              </a:ext>
            </a:extLst>
          </p:cNvPr>
          <p:cNvSpPr txBox="1"/>
          <p:nvPr/>
        </p:nvSpPr>
        <p:spPr>
          <a:xfrm>
            <a:off x="66675" y="2090172"/>
            <a:ext cx="55600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Satellite Data Fusion and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Crop Discrimination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Jhansi District, Uttar Pradesh, India</a:t>
            </a:r>
          </a:p>
        </p:txBody>
      </p:sp>
      <p:pic>
        <p:nvPicPr>
          <p:cNvPr id="1028" name="Picture 4" descr="Indian Institute of Remote Sensing ...">
            <a:extLst>
              <a:ext uri="{FF2B5EF4-FFF2-40B4-BE49-F238E27FC236}">
                <a16:creationId xmlns:a16="http://schemas.microsoft.com/office/drawing/2014/main" id="{031E2EBC-36A6-D4FD-8984-A6468A0ED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hirubhai Ambani University launches its visual identity ...">
            <a:extLst>
              <a:ext uri="{FF2B5EF4-FFF2-40B4-BE49-F238E27FC236}">
                <a16:creationId xmlns:a16="http://schemas.microsoft.com/office/drawing/2014/main" id="{3A94E620-BEEE-8F0D-CB5E-D234B66EF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17" y="247650"/>
            <a:ext cx="2228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D4116-E0F6-8F35-0984-4A135B3033DA}"/>
              </a:ext>
            </a:extLst>
          </p:cNvPr>
          <p:cNvSpPr txBox="1"/>
          <p:nvPr/>
        </p:nvSpPr>
        <p:spPr>
          <a:xfrm>
            <a:off x="85725" y="5103674"/>
            <a:ext cx="4438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-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Mehul B Chaudhary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Dhruv S Soni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 -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Abhishek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Dhanodia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550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7CE03A-ED41-53F0-5A9A-E5A7BEE21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999"/>
            <a:ext cx="12192000" cy="4269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D47C9B-24E4-6A66-FC1B-FDE7402015AB}"/>
              </a:ext>
            </a:extLst>
          </p:cNvPr>
          <p:cNvSpPr txBox="1"/>
          <p:nvPr/>
        </p:nvSpPr>
        <p:spPr>
          <a:xfrm>
            <a:off x="1912620" y="6208776"/>
            <a:ext cx="8366760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this barriers requires multi – sensor fusion and continuous temporal analysis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9049B1-D47E-3A14-BBF0-2426F2D12650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Problem </a:t>
            </a:r>
          </a:p>
        </p:txBody>
      </p:sp>
      <p:sp>
        <p:nvSpPr>
          <p:cNvPr id="7" name="Google Shape;117;p15">
            <a:extLst>
              <a:ext uri="{FF2B5EF4-FFF2-40B4-BE49-F238E27FC236}">
                <a16:creationId xmlns:a16="http://schemas.microsoft.com/office/drawing/2014/main" id="{96884E91-B265-8CD5-3E4C-4C74F3E4F196}"/>
              </a:ext>
            </a:extLst>
          </p:cNvPr>
          <p:cNvSpPr txBox="1"/>
          <p:nvPr/>
        </p:nvSpPr>
        <p:spPr>
          <a:xfrm>
            <a:off x="581025" y="1002851"/>
            <a:ext cx="11029950" cy="4801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11827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Crop types are incredibly difficult to distinguish due to: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1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D8847E-95EF-85AA-DC29-D3C97C511EBA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Objectives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16CCB94-EC30-C86E-6089-0745620A4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0253971"/>
              </p:ext>
            </p:extLst>
          </p:nvPr>
        </p:nvGraphicFramePr>
        <p:xfrm>
          <a:off x="2032000" y="109457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420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1BFA7C-F648-12ED-20BB-926A9C6F9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" t="6586" r="9847" b="3902"/>
          <a:stretch>
            <a:fillRect/>
          </a:stretch>
        </p:blipFill>
        <p:spPr>
          <a:xfrm>
            <a:off x="3361944" y="3502152"/>
            <a:ext cx="3977640" cy="30161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5978DB-2496-F5C8-9891-947E3431B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25" y="1453896"/>
            <a:ext cx="2998120" cy="52486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BB450F-52B7-4101-40A2-0D4209275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2"/>
          <a:stretch>
            <a:fillRect/>
          </a:stretch>
        </p:blipFill>
        <p:spPr>
          <a:xfrm>
            <a:off x="7491983" y="1728216"/>
            <a:ext cx="4481743" cy="49743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B1D75B-7F56-0814-7DD1-32D48C755800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of Study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83457AB-CDEC-4E8F-D2E5-BCC6DBFDC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0181520"/>
              </p:ext>
            </p:extLst>
          </p:nvPr>
        </p:nvGraphicFramePr>
        <p:xfrm>
          <a:off x="3209545" y="1973749"/>
          <a:ext cx="4481743" cy="4208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4C5EB06-AC88-70CD-7522-174BF0E8AA83}"/>
              </a:ext>
            </a:extLst>
          </p:cNvPr>
          <p:cNvSpPr/>
          <p:nvPr/>
        </p:nvSpPr>
        <p:spPr>
          <a:xfrm>
            <a:off x="7734890" y="713232"/>
            <a:ext cx="3995928" cy="8817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60000"/>
              </a:lnSpc>
            </a:pPr>
            <a:r>
              <a:rPr lang="en-US" b="1" dirty="0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Location:</a:t>
            </a:r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Jhansi District, Uttar Pradesh</a:t>
            </a:r>
          </a:p>
          <a:p>
            <a:pPr>
              <a:lnSpc>
                <a:spcPct val="160000"/>
              </a:lnSpc>
            </a:pPr>
            <a:r>
              <a:rPr lang="pt-BR" b="1" dirty="0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Coordinates:</a:t>
            </a:r>
            <a:r>
              <a:rPr lang="pt-BR" dirty="0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~25.45°N, 78.57°E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0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73517-259F-F6F9-A73B-00F107E27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545"/>
            <a:ext cx="12192000" cy="552561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5CFE88-F1E1-F013-1E04-E7979428DEA8}"/>
              </a:ext>
            </a:extLst>
          </p:cNvPr>
          <p:cNvSpPr/>
          <p:nvPr/>
        </p:nvSpPr>
        <p:spPr>
          <a:xfrm>
            <a:off x="91440" y="3078480"/>
            <a:ext cx="2093976" cy="33649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 – 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(SAR)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plant structure and moisture. Completely cloud - penetrating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BE0EDE-6F34-3CC5-9F37-7C741D0F8B89}"/>
              </a:ext>
            </a:extLst>
          </p:cNvPr>
          <p:cNvSpPr/>
          <p:nvPr/>
        </p:nvSpPr>
        <p:spPr>
          <a:xfrm>
            <a:off x="2524506" y="3078480"/>
            <a:ext cx="2093976" cy="33649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 – 2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(Optical)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chlorophyll detection for high – resolution spectral intelligence.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F44D33-8D4C-A272-1BCE-3C4771583348}"/>
              </a:ext>
            </a:extLst>
          </p:cNvPr>
          <p:cNvSpPr/>
          <p:nvPr/>
        </p:nvSpPr>
        <p:spPr>
          <a:xfrm>
            <a:off x="5140452" y="3078480"/>
            <a:ext cx="2093976" cy="33649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Landsat – 8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(Optical)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term multi – spectral consistency.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A816E2-71D6-B777-E1CB-B2E4FCB29DF9}"/>
              </a:ext>
            </a:extLst>
          </p:cNvPr>
          <p:cNvSpPr/>
          <p:nvPr/>
        </p:nvSpPr>
        <p:spPr>
          <a:xfrm>
            <a:off x="7573518" y="3078480"/>
            <a:ext cx="2093976" cy="33649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(MCD43A4)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Coarse spatial resolution, but high temporal frequency for tracking phenology.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75DBE0-A376-1952-6A3B-F021D853E895}"/>
              </a:ext>
            </a:extLst>
          </p:cNvPr>
          <p:cNvSpPr/>
          <p:nvPr/>
        </p:nvSpPr>
        <p:spPr>
          <a:xfrm>
            <a:off x="10006584" y="3078480"/>
            <a:ext cx="2093976" cy="33649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Fusion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 + S2)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spectral – structure hybrid configuration.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7865E5-C81B-1357-66D4-1DA8316C7514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Satellites used </a:t>
            </a:r>
          </a:p>
        </p:txBody>
      </p:sp>
    </p:spTree>
    <p:extLst>
      <p:ext uri="{BB962C8B-B14F-4D97-AF65-F5344CB8AC3E}">
        <p14:creationId xmlns:p14="http://schemas.microsoft.com/office/powerpoint/2010/main" val="93851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AB3917-C338-4E72-F36F-80C90AF8D327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 used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E35B8-C86D-9743-21C5-0E26D4CA197A}"/>
              </a:ext>
            </a:extLst>
          </p:cNvPr>
          <p:cNvGrpSpPr/>
          <p:nvPr/>
        </p:nvGrpSpPr>
        <p:grpSpPr>
          <a:xfrm>
            <a:off x="118872" y="1545335"/>
            <a:ext cx="11826240" cy="3810101"/>
            <a:chOff x="365760" y="1891667"/>
            <a:chExt cx="12367302" cy="40764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AEC6509-0497-F30D-5DB5-A724C6EB5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01" t="1630" r="1857" b="637"/>
            <a:stretch>
              <a:fillRect/>
            </a:stretch>
          </p:blipFill>
          <p:spPr>
            <a:xfrm>
              <a:off x="365760" y="1891668"/>
              <a:ext cx="2955290" cy="407641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F6E01B4-4DF3-1A1A-3FE6-FEEB3123C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3317" y="1891667"/>
              <a:ext cx="3153215" cy="407641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C535D4A-C97E-4874-F83E-EB3F79B07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65584" y="1891667"/>
              <a:ext cx="3067478" cy="407641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A5003DE-4F23-FD87-374F-3C7657582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084" t="1630" b="457"/>
            <a:stretch>
              <a:fillRect/>
            </a:stretch>
          </p:blipFill>
          <p:spPr>
            <a:xfrm>
              <a:off x="3340102" y="1891667"/>
              <a:ext cx="3134163" cy="4076417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968893-5AAA-E351-6F82-B9F0C654C76B}"/>
              </a:ext>
            </a:extLst>
          </p:cNvPr>
          <p:cNvSpPr/>
          <p:nvPr/>
        </p:nvSpPr>
        <p:spPr>
          <a:xfrm>
            <a:off x="3017520" y="5897880"/>
            <a:ext cx="5989320" cy="5943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 performs better in this case</a:t>
            </a:r>
          </a:p>
        </p:txBody>
      </p:sp>
    </p:spTree>
    <p:extLst>
      <p:ext uri="{BB962C8B-B14F-4D97-AF65-F5344CB8AC3E}">
        <p14:creationId xmlns:p14="http://schemas.microsoft.com/office/powerpoint/2010/main" val="304635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CF88DF-CA61-C9B3-2C46-CD395680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29" y="1009269"/>
            <a:ext cx="7338142" cy="55138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FAE86A-9DE1-7CFA-C97A-BB4B65832256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</a:p>
        </p:txBody>
      </p:sp>
    </p:spTree>
    <p:extLst>
      <p:ext uri="{BB962C8B-B14F-4D97-AF65-F5344CB8AC3E}">
        <p14:creationId xmlns:p14="http://schemas.microsoft.com/office/powerpoint/2010/main" val="319634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707F1F-4A3E-D3C3-827C-AEA05ED2166D}"/>
              </a:ext>
            </a:extLst>
          </p:cNvPr>
          <p:cNvSpPr/>
          <p:nvPr/>
        </p:nvSpPr>
        <p:spPr>
          <a:xfrm>
            <a:off x="365760" y="256032"/>
            <a:ext cx="2651760" cy="5943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Accuracy Metrics used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A2877F9-E98E-10C4-F7F7-2412D6BF7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8242839"/>
              </p:ext>
            </p:extLst>
          </p:nvPr>
        </p:nvGraphicFramePr>
        <p:xfrm>
          <a:off x="7784973" y="3574161"/>
          <a:ext cx="3813048" cy="2148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F489EBA-EF88-1171-1472-1CAA1E8F88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70336"/>
              </p:ext>
            </p:extLst>
          </p:nvPr>
        </p:nvGraphicFramePr>
        <p:xfrm>
          <a:off x="149098" y="1863810"/>
          <a:ext cx="7092950" cy="4738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6387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09DB27E-EF5F-0E2F-C81E-A3448EB26F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102193"/>
              </p:ext>
            </p:extLst>
          </p:nvPr>
        </p:nvGraphicFramePr>
        <p:xfrm>
          <a:off x="1081087" y="971550"/>
          <a:ext cx="10029825" cy="5886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B845F-3FDF-84E9-EC9E-2F64728B1A77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</p:spTree>
    <p:extLst>
      <p:ext uri="{BB962C8B-B14F-4D97-AF65-F5344CB8AC3E}">
        <p14:creationId xmlns:p14="http://schemas.microsoft.com/office/powerpoint/2010/main" val="423858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4"/>
          <p:cNvGrpSpPr/>
          <p:nvPr/>
        </p:nvGrpSpPr>
        <p:grpSpPr>
          <a:xfrm>
            <a:off x="571500" y="1781175"/>
            <a:ext cx="11029950" cy="3619500"/>
            <a:chOff x="581025" y="1524000"/>
            <a:chExt cx="11029950" cy="3619500"/>
          </a:xfrm>
        </p:grpSpPr>
        <p:sp>
          <p:nvSpPr>
            <p:cNvPr id="299" name="Google Shape;299;p24"/>
            <p:cNvSpPr/>
            <p:nvPr/>
          </p:nvSpPr>
          <p:spPr>
            <a:xfrm>
              <a:off x="581025" y="1524000"/>
              <a:ext cx="5334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771525" y="1714500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64748B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Temporal Performance</a:t>
              </a:r>
              <a:endParaRPr sz="1400" b="1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⏳ Temporal &gt; Single date</a:t>
              </a:r>
              <a:endParaRPr sz="2000" b="1">
                <a:solidFill>
                  <a:srgbClr val="0F172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Multi-date observations provide superior insights compared to single-day snapshots.</a:t>
              </a:r>
              <a:endParaRPr sz="1200" b="0">
                <a:solidFill>
                  <a:srgbClr val="47556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276975" y="1524000"/>
              <a:ext cx="5334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Google Shape;302;p24"/>
            <p:cNvSpPr txBox="1"/>
            <p:nvPr/>
          </p:nvSpPr>
          <p:spPr>
            <a:xfrm>
              <a:off x="6467475" y="1714500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64748B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Data Synergy</a:t>
              </a:r>
              <a:endParaRPr sz="1400" b="1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🔗 Data fusion improves accuracy</a:t>
              </a:r>
              <a:endParaRPr sz="2000" b="1">
                <a:solidFill>
                  <a:srgbClr val="0F172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Integrating Optical and SAR data sources leads to more robust and accurate classifications.</a:t>
              </a:r>
              <a:endParaRPr sz="1200" b="0">
                <a:solidFill>
                  <a:srgbClr val="47556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581025" y="3429000"/>
              <a:ext cx="5334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Google Shape;304;p24"/>
            <p:cNvSpPr txBox="1"/>
            <p:nvPr/>
          </p:nvSpPr>
          <p:spPr>
            <a:xfrm>
              <a:off x="771525" y="3619500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64748B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Model Selection</a:t>
              </a:r>
              <a:endParaRPr sz="1400" b="1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🌲 Tree-based models (RF, GTB)</a:t>
              </a:r>
              <a:endParaRPr sz="2000" b="1">
                <a:solidFill>
                  <a:srgbClr val="0F172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Random Forest and Gradient Tree Boosting consistently outperform other algorithmic approaches.</a:t>
              </a:r>
              <a:endParaRPr sz="1200" b="0">
                <a:solidFill>
                  <a:srgbClr val="47556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6276975" y="3429000"/>
              <a:ext cx="5334000" cy="1714500"/>
            </a:xfrm>
            <a:prstGeom prst="roundRect">
              <a:avLst>
                <a:gd name="adj" fmla="val 6666"/>
              </a:avLst>
            </a:prstGeom>
            <a:solidFill>
              <a:srgbClr val="F0F9FF"/>
            </a:solidFill>
            <a:ln w="9525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Google Shape;306;p24"/>
            <p:cNvSpPr txBox="1"/>
            <p:nvPr/>
          </p:nvSpPr>
          <p:spPr>
            <a:xfrm>
              <a:off x="6467475" y="3619500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369A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Spatial Precision</a:t>
              </a:r>
              <a:endParaRPr sz="1400" b="1">
                <a:solidFill>
                  <a:srgbClr val="0369A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C4A6E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📏 Spatial resolution is critical</a:t>
              </a:r>
              <a:endParaRPr sz="2000" b="1">
                <a:solidFill>
                  <a:srgbClr val="0C4A6E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284C7"/>
                  </a:solidFill>
                  <a:latin typeface="Times New Roman" panose="02020603050405020304" pitchFamily="18" charset="0"/>
                  <a:ea typeface="Inter SemiBold"/>
                  <a:cs typeface="Times New Roman" panose="02020603050405020304" pitchFamily="18" charset="0"/>
                  <a:sym typeface="Inter SemiBold"/>
                </a:rPr>
                <a:t>10m &gt; 30m &gt; 250m</a:t>
              </a:r>
              <a:endParaRPr sz="1600" b="0">
                <a:solidFill>
                  <a:srgbClr val="0284C7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endParaRPr>
            </a:p>
          </p:txBody>
        </p:sp>
      </p:grpSp>
      <p:sp>
        <p:nvSpPr>
          <p:cNvPr id="307" name="Google Shape;307;p24"/>
          <p:cNvSpPr txBox="1"/>
          <p:nvPr/>
        </p:nvSpPr>
        <p:spPr>
          <a:xfrm>
            <a:off x="571500" y="838200"/>
            <a:ext cx="11581500" cy="47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>
                <a:solidFill>
                  <a:srgbClr val="1E293B"/>
                </a:solidFill>
                <a:latin typeface="Times New Roman" panose="02020603050405020304" pitchFamily="18" charset="0"/>
                <a:ea typeface="Merriweather Black"/>
                <a:cs typeface="Times New Roman" panose="02020603050405020304" pitchFamily="18" charset="0"/>
                <a:sym typeface="Merriweather Black"/>
              </a:rPr>
              <a:t>💡 Important Findings</a:t>
            </a:r>
            <a:endParaRPr sz="3060" b="0" i="0">
              <a:solidFill>
                <a:srgbClr val="1E293B"/>
              </a:solidFill>
              <a:latin typeface="Times New Roman" panose="02020603050405020304" pitchFamily="18" charset="0"/>
              <a:ea typeface="Merriweather Black"/>
              <a:cs typeface="Times New Roman" panose="02020603050405020304" pitchFamily="18" charset="0"/>
              <a:sym typeface="Merriweather Black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571500" y="1495425"/>
            <a:ext cx="110301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A472D6-8880-4060-2DC4-DA19E90F6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8" t="20416" r="16901" b="11250"/>
          <a:stretch>
            <a:fillRect/>
          </a:stretch>
        </p:blipFill>
        <p:spPr>
          <a:xfrm>
            <a:off x="219075" y="1762124"/>
            <a:ext cx="5762626" cy="46863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44308-4EF7-6146-CF5D-D6F887F67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2124"/>
            <a:ext cx="5762626" cy="46863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8147CA-4772-5995-7F4E-DB2BFD8932F9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1586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6F4F1-AC0F-7D21-A4D6-26F17FBCD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/>
          <a:stretch>
            <a:fillRect/>
          </a:stretch>
        </p:blipFill>
        <p:spPr>
          <a:xfrm>
            <a:off x="121746" y="1996124"/>
            <a:ext cx="5856563" cy="433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62C24C-1CE1-248B-52A8-C49304BB9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/>
          <a:stretch>
            <a:fillRect/>
          </a:stretch>
        </p:blipFill>
        <p:spPr>
          <a:xfrm>
            <a:off x="6213691" y="1945274"/>
            <a:ext cx="5856563" cy="4388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77C89B-EAB3-F1E6-BE8C-A62C326F748A}"/>
              </a:ext>
            </a:extLst>
          </p:cNvPr>
          <p:cNvSpPr/>
          <p:nvPr/>
        </p:nvSpPr>
        <p:spPr>
          <a:xfrm>
            <a:off x="365760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687768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9FD6B2-F162-29F0-44E5-5DCC4865F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655451"/>
              </p:ext>
            </p:extLst>
          </p:nvPr>
        </p:nvGraphicFramePr>
        <p:xfrm>
          <a:off x="2867334" y="484632"/>
          <a:ext cx="7696196" cy="63099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7431">
                  <a:extLst>
                    <a:ext uri="{9D8B030D-6E8A-4147-A177-3AD203B41FA5}">
                      <a16:colId xmlns:a16="http://schemas.microsoft.com/office/drawing/2014/main" val="2074008514"/>
                    </a:ext>
                  </a:extLst>
                </a:gridCol>
                <a:gridCol w="1169927">
                  <a:extLst>
                    <a:ext uri="{9D8B030D-6E8A-4147-A177-3AD203B41FA5}">
                      <a16:colId xmlns:a16="http://schemas.microsoft.com/office/drawing/2014/main" val="1252927934"/>
                    </a:ext>
                  </a:extLst>
                </a:gridCol>
                <a:gridCol w="1266119">
                  <a:extLst>
                    <a:ext uri="{9D8B030D-6E8A-4147-A177-3AD203B41FA5}">
                      <a16:colId xmlns:a16="http://schemas.microsoft.com/office/drawing/2014/main" val="2962144926"/>
                    </a:ext>
                  </a:extLst>
                </a:gridCol>
                <a:gridCol w="1273519">
                  <a:extLst>
                    <a:ext uri="{9D8B030D-6E8A-4147-A177-3AD203B41FA5}">
                      <a16:colId xmlns:a16="http://schemas.microsoft.com/office/drawing/2014/main" val="1356379464"/>
                    </a:ext>
                  </a:extLst>
                </a:gridCol>
                <a:gridCol w="1273519">
                  <a:extLst>
                    <a:ext uri="{9D8B030D-6E8A-4147-A177-3AD203B41FA5}">
                      <a16:colId xmlns:a16="http://schemas.microsoft.com/office/drawing/2014/main" val="2289720503"/>
                    </a:ext>
                  </a:extLst>
                </a:gridCol>
                <a:gridCol w="1175681">
                  <a:extLst>
                    <a:ext uri="{9D8B030D-6E8A-4147-A177-3AD203B41FA5}">
                      <a16:colId xmlns:a16="http://schemas.microsoft.com/office/drawing/2014/main" val="2709108876"/>
                    </a:ext>
                  </a:extLst>
                </a:gridCol>
              </a:tblGrid>
              <a:tr h="3990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Satellite / Sensor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 (%)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Kappa's Coefficient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Algorithm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1357828416"/>
                  </a:ext>
                </a:extLst>
              </a:tr>
              <a:tr h="199526">
                <a:tc row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57.56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48.54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4288495413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56.48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47.71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342636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50.75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293690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62.81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94704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72.46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2282060660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98351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63.28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55.91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204852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68.91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62.63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54182"/>
                  </a:ext>
                </a:extLst>
              </a:tr>
              <a:tr h="199526">
                <a:tc row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Date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81.07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76.87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3773183831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81.78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567660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82206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75.44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610701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81.70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1060274507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83.92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488077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370856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79.28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75.17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647613"/>
                  </a:ext>
                </a:extLst>
              </a:tr>
              <a:tr h="199526">
                <a:tc row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63.11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53.57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1258059932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49.97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86954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43.83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087856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48.88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85416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59.45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3547381495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61.71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52.20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401092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54.50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44.62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993278"/>
                  </a:ext>
                </a:extLst>
              </a:tr>
              <a:tr h="1995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51.35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39.93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150391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99C6E1-5D3C-0E8B-72D4-813ED5BF2C5B}"/>
              </a:ext>
            </a:extLst>
          </p:cNvPr>
          <p:cNvSpPr/>
          <p:nvPr/>
        </p:nvSpPr>
        <p:spPr>
          <a:xfrm>
            <a:off x="60959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Matrix</a:t>
            </a:r>
          </a:p>
        </p:txBody>
      </p:sp>
    </p:spTree>
    <p:extLst>
      <p:ext uri="{BB962C8B-B14F-4D97-AF65-F5344CB8AC3E}">
        <p14:creationId xmlns:p14="http://schemas.microsoft.com/office/powerpoint/2010/main" val="3811443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1C84CF9-E91E-D52A-05BE-AA4B01B76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741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AAB0F9-0192-2F98-248B-9EEAB493B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806501"/>
              </p:ext>
            </p:extLst>
          </p:nvPr>
        </p:nvGraphicFramePr>
        <p:xfrm>
          <a:off x="2843981" y="23224"/>
          <a:ext cx="7696196" cy="6811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7431">
                  <a:extLst>
                    <a:ext uri="{9D8B030D-6E8A-4147-A177-3AD203B41FA5}">
                      <a16:colId xmlns:a16="http://schemas.microsoft.com/office/drawing/2014/main" val="531633211"/>
                    </a:ext>
                  </a:extLst>
                </a:gridCol>
                <a:gridCol w="1169927">
                  <a:extLst>
                    <a:ext uri="{9D8B030D-6E8A-4147-A177-3AD203B41FA5}">
                      <a16:colId xmlns:a16="http://schemas.microsoft.com/office/drawing/2014/main" val="4050009658"/>
                    </a:ext>
                  </a:extLst>
                </a:gridCol>
                <a:gridCol w="1266119">
                  <a:extLst>
                    <a:ext uri="{9D8B030D-6E8A-4147-A177-3AD203B41FA5}">
                      <a16:colId xmlns:a16="http://schemas.microsoft.com/office/drawing/2014/main" val="3961703695"/>
                    </a:ext>
                  </a:extLst>
                </a:gridCol>
                <a:gridCol w="1273519">
                  <a:extLst>
                    <a:ext uri="{9D8B030D-6E8A-4147-A177-3AD203B41FA5}">
                      <a16:colId xmlns:a16="http://schemas.microsoft.com/office/drawing/2014/main" val="4244574371"/>
                    </a:ext>
                  </a:extLst>
                </a:gridCol>
                <a:gridCol w="1273519">
                  <a:extLst>
                    <a:ext uri="{9D8B030D-6E8A-4147-A177-3AD203B41FA5}">
                      <a16:colId xmlns:a16="http://schemas.microsoft.com/office/drawing/2014/main" val="3483673634"/>
                    </a:ext>
                  </a:extLst>
                </a:gridCol>
                <a:gridCol w="1175681">
                  <a:extLst>
                    <a:ext uri="{9D8B030D-6E8A-4147-A177-3AD203B41FA5}">
                      <a16:colId xmlns:a16="http://schemas.microsoft.com/office/drawing/2014/main" val="3490944003"/>
                    </a:ext>
                  </a:extLst>
                </a:gridCol>
              </a:tblGrid>
              <a:tr h="399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Satellite / Sensor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 (%)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Kappa's Coefficient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Algorithm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80" marR="44380" marT="0" marB="0" anchor="ctr"/>
                </a:tc>
                <a:extLst>
                  <a:ext uri="{0D108BD9-81ED-4DB2-BD59-A6C34878D82A}">
                    <a16:rowId xmlns:a16="http://schemas.microsoft.com/office/drawing/2014/main" val="1461973526"/>
                  </a:ext>
                </a:extLst>
              </a:tr>
              <a:tr h="399052">
                <a:tc row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Landsat-8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78.92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898936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68.75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977377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69.65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023225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73.41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903303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87.17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6917380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68.42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349518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79.74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70.92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377167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89.74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79.06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592241"/>
                  </a:ext>
                </a:extLst>
              </a:tr>
              <a:tr h="399052">
                <a:tc row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Sentinel-1 + Sentinel-2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82.11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2186557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31832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78.83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74.24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776881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80.29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76.04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426803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86.49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589209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GTB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84.43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87580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80.65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76.76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7169"/>
                  </a:ext>
                </a:extLst>
              </a:tr>
              <a:tr h="3990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81.38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402981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1E5D56-A351-22B5-8CB5-AB24DE54D315}"/>
              </a:ext>
            </a:extLst>
          </p:cNvPr>
          <p:cNvSpPr/>
          <p:nvPr/>
        </p:nvSpPr>
        <p:spPr>
          <a:xfrm>
            <a:off x="80625" y="177373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Matrix</a:t>
            </a:r>
          </a:p>
        </p:txBody>
      </p:sp>
    </p:spTree>
    <p:extLst>
      <p:ext uri="{BB962C8B-B14F-4D97-AF65-F5344CB8AC3E}">
        <p14:creationId xmlns:p14="http://schemas.microsoft.com/office/powerpoint/2010/main" val="361514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83246"/>
            <a:ext cx="5229225" cy="3748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83246"/>
            <a:ext cx="5229225" cy="290676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923925" y="2026146"/>
            <a:ext cx="477059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📌 Key Takeaways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923925" y="2416671"/>
            <a:ext cx="4543425" cy="952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6734175" y="2035671"/>
            <a:ext cx="47505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🌍 Useful For: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6734175" y="2426196"/>
            <a:ext cx="4524375" cy="952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923925" y="2616696"/>
            <a:ext cx="45434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✅ Multi-sensor + temporal approach is highly effective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923925" y="3477517"/>
            <a:ext cx="4543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✅ Sentinel-2 is best single sensor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923925" y="4014638"/>
            <a:ext cx="4543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✅ Fusion gives highest accuracy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923925" y="4551759"/>
            <a:ext cx="4543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✅ GTB is most powerful algorithm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6734175" y="2626221"/>
            <a:ext cx="4524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🌾 </a:t>
            </a:r>
            <a:r>
              <a:rPr lang="en-US" sz="1650" b="1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Crop monitoring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6734175" y="3163341"/>
            <a:ext cx="4524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📜 </a:t>
            </a:r>
            <a:r>
              <a:rPr lang="en-US" sz="1650" b="1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Policy planning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6734175" y="3700462"/>
            <a:ext cx="4524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182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🔐 </a:t>
            </a:r>
            <a:r>
              <a:rPr lang="en-US" sz="1650" b="1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Food security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581025" y="60260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🏁 Conclusion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581025" y="1200150"/>
            <a:ext cx="1102995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BF3560-DBC4-BCA7-F234-8907243C26C4}"/>
              </a:ext>
            </a:extLst>
          </p:cNvPr>
          <p:cNvSpPr/>
          <p:nvPr/>
        </p:nvSpPr>
        <p:spPr>
          <a:xfrm>
            <a:off x="60959" y="256032"/>
            <a:ext cx="265176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3CB52-6A12-6AA1-B0EC-F30E807A547F}"/>
              </a:ext>
            </a:extLst>
          </p:cNvPr>
          <p:cNvSpPr txBox="1"/>
          <p:nvPr/>
        </p:nvSpPr>
        <p:spPr>
          <a:xfrm>
            <a:off x="60958" y="1438799"/>
            <a:ext cx="11826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Soni- multisatellite.pdf</a:t>
            </a:r>
            <a:r>
              <a:rPr lang="en-IN" dirty="0"/>
              <a:t> Song, X.-P., Huang, W., Hansen, M. C., &amp; Potapov, P. (2021). An evaluation of Landsat, Sentinel-2, Sentinel-1 and MODIS data for crop type mapping. </a:t>
            </a:r>
            <a:r>
              <a:rPr lang="en-IN" i="1" dirty="0"/>
              <a:t>Science of Remote Sensing</a:t>
            </a:r>
            <a:r>
              <a:rPr lang="en-IN" dirty="0"/>
              <a:t>, </a:t>
            </a:r>
            <a:r>
              <a:rPr lang="en-IN" i="1" dirty="0"/>
              <a:t>3</a:t>
            </a:r>
            <a:r>
              <a:rPr lang="en-IN" dirty="0"/>
              <a:t>, 100018. </a:t>
            </a:r>
            <a:r>
              <a:rPr lang="en-IN" dirty="0">
                <a:hlinkClick r:id="rId2"/>
              </a:rPr>
              <a:t>https://doi.org/10.1016/j.srs.2021.100018</a:t>
            </a:r>
            <a:r>
              <a:rPr lang="en-IN" dirty="0"/>
              <a:t>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A5B7964-6476-ACE0-5B50-F4A837041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5471" y="2523387"/>
            <a:ext cx="12432058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Cross-Regional Crop Classification Based on Sentinel-2.pdf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He, J., Zeng, W., Ao, C., Xing, W., Gaiser, T., &amp; Srivastava, A. K. (2024).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Cross-regional crop classification based on Sentinel-2.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Agronomy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1084.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hlinkClick r:id="rId3"/>
              </a:rPr>
              <a:t>https://doi.org/10.3390/agronomy14051084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1B294-37F7-80CE-B78A-D9BC861FD98B}"/>
              </a:ext>
            </a:extLst>
          </p:cNvPr>
          <p:cNvSpPr txBox="1"/>
          <p:nvPr/>
        </p:nvSpPr>
        <p:spPr>
          <a:xfrm>
            <a:off x="60959" y="3209925"/>
            <a:ext cx="11588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Crop Type Identification and Spatial Mapping Using Sentinel-2.pdf</a:t>
            </a:r>
            <a:r>
              <a:rPr lang="en-IN" dirty="0"/>
              <a:t> Gumma, M. K., Tummala, K., Dixit, S., </a:t>
            </a:r>
            <a:r>
              <a:rPr lang="en-IN" dirty="0" err="1"/>
              <a:t>Collivignarelli</a:t>
            </a:r>
            <a:r>
              <a:rPr lang="en-IN" dirty="0"/>
              <a:t>, F., Holecz, F., Kolli, R. N., &amp; Whitbread, A. M. (2020). Crop type identification and spatial mapping using Sentinel-2 satellite data with focus on field-level information. </a:t>
            </a:r>
            <a:r>
              <a:rPr lang="en-IN" i="1" dirty="0" err="1"/>
              <a:t>Geocarto</a:t>
            </a:r>
            <a:r>
              <a:rPr lang="en-IN" i="1" dirty="0"/>
              <a:t> International</a:t>
            </a:r>
            <a:r>
              <a:rPr lang="en-IN" dirty="0"/>
              <a:t>. </a:t>
            </a:r>
            <a:r>
              <a:rPr lang="en-IN" dirty="0">
                <a:hlinkClick r:id="rId4"/>
              </a:rPr>
              <a:t>https://doi.org/10.1080/10106049.2020.1805029</a:t>
            </a:r>
            <a:r>
              <a:rPr lang="en-IN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F49EC-33D0-9F32-4B35-86F89AE486E9}"/>
              </a:ext>
            </a:extLst>
          </p:cNvPr>
          <p:cNvSpPr txBox="1"/>
          <p:nvPr/>
        </p:nvSpPr>
        <p:spPr>
          <a:xfrm>
            <a:off x="60958" y="4237762"/>
            <a:ext cx="1196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Crop Classification Using Random Forest &amp; SVM on Sentinel-2.pdf</a:t>
            </a:r>
            <a:r>
              <a:rPr lang="en-IN" dirty="0"/>
              <a:t> Saini, R., &amp; Ghosh, S. K. (2018). Crop classification on single date Sentinel-2 imagery using random forest and </a:t>
            </a:r>
            <a:r>
              <a:rPr lang="en-IN" dirty="0" err="1"/>
              <a:t>suppor</a:t>
            </a:r>
            <a:r>
              <a:rPr lang="en-IN" dirty="0"/>
              <a:t> vector machine. </a:t>
            </a:r>
            <a:r>
              <a:rPr lang="en-IN" i="1" dirty="0"/>
              <a:t>The International Archives of the Photogrammetry, Remote Sensing and Spatial Information Sciences</a:t>
            </a:r>
            <a:r>
              <a:rPr lang="en-IN" dirty="0"/>
              <a:t>, </a:t>
            </a:r>
            <a:r>
              <a:rPr lang="en-IN" i="1" dirty="0"/>
              <a:t>XLII-5</a:t>
            </a:r>
            <a:r>
              <a:rPr lang="en-IN" dirty="0"/>
              <a:t>, 683-688. </a:t>
            </a:r>
            <a:r>
              <a:rPr lang="en-IN" dirty="0">
                <a:hlinkClick r:id="rId5"/>
              </a:rPr>
              <a:t>https://doi.org/10.5194/isprs-archives-XLII-5-683-2018</a:t>
            </a:r>
            <a:r>
              <a:rPr lang="en-IN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813735-73E5-5D8F-8564-A39D701D3863}"/>
              </a:ext>
            </a:extLst>
          </p:cNvPr>
          <p:cNvSpPr txBox="1"/>
          <p:nvPr/>
        </p:nvSpPr>
        <p:spPr>
          <a:xfrm>
            <a:off x="16804" y="5160699"/>
            <a:ext cx="119145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Crop classification using spectral indices derived from Sentinel-2A imagery.pdf</a:t>
            </a:r>
            <a:r>
              <a:rPr lang="en-IN" dirty="0"/>
              <a:t> Kobayashi, N., Tani, H., Wang, X., &amp; </a:t>
            </a:r>
            <a:r>
              <a:rPr lang="en-IN" dirty="0" err="1"/>
              <a:t>Sonobe</a:t>
            </a:r>
            <a:r>
              <a:rPr lang="en-IN" dirty="0"/>
              <a:t>, R. (2020). Crop classification using spectral indices derived from Sentinel-2A imagery. </a:t>
            </a:r>
            <a:r>
              <a:rPr lang="en-IN" i="1" dirty="0"/>
              <a:t>Journal of Information and Telecommunication</a:t>
            </a:r>
            <a:r>
              <a:rPr lang="en-IN" dirty="0"/>
              <a:t>, </a:t>
            </a:r>
            <a:r>
              <a:rPr lang="en-IN" i="1" dirty="0"/>
              <a:t>4</a:t>
            </a:r>
            <a:r>
              <a:rPr lang="en-IN" dirty="0"/>
              <a:t>(1), 67-90. </a:t>
            </a:r>
            <a:r>
              <a:rPr lang="en-IN" dirty="0">
                <a:hlinkClick r:id="rId6"/>
              </a:rPr>
              <a:t>https://doi.org/10.1080/24751839.2019.1694765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9603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4E5107-E189-B25B-324E-9AB5161E11CB}"/>
              </a:ext>
            </a:extLst>
          </p:cNvPr>
          <p:cNvSpPr/>
          <p:nvPr/>
        </p:nvSpPr>
        <p:spPr>
          <a:xfrm>
            <a:off x="4280632" y="2967335"/>
            <a:ext cx="3630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143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1024</Words>
  <Application>Microsoft Office PowerPoint</Application>
  <PresentationFormat>Widescreen</PresentationFormat>
  <Paragraphs>242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Soni</dc:creator>
  <cp:lastModifiedBy>Dhruv Soni</cp:lastModifiedBy>
  <cp:revision>4</cp:revision>
  <dcterms:created xsi:type="dcterms:W3CDTF">2026-04-29T06:17:38Z</dcterms:created>
  <dcterms:modified xsi:type="dcterms:W3CDTF">2026-04-29T07:54:13Z</dcterms:modified>
</cp:coreProperties>
</file>